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717" r:id="rId3"/>
    <p:sldMasterId id="2147483735" r:id="rId4"/>
    <p:sldMasterId id="2147483803" r:id="rId5"/>
    <p:sldMasterId id="2147483821" r:id="rId6"/>
  </p:sldMasterIdLst>
  <p:notesMasterIdLst>
    <p:notesMasterId r:id="rId8"/>
  </p:notesMasterIdLst>
  <p:sldIdLst>
    <p:sldId id="257" r:id="rId7"/>
    <p:sldId id="258" r:id="rId9"/>
    <p:sldId id="330" r:id="rId10"/>
    <p:sldId id="331" r:id="rId11"/>
    <p:sldId id="333" r:id="rId12"/>
    <p:sldId id="351" r:id="rId13"/>
    <p:sldId id="335" r:id="rId14"/>
    <p:sldId id="336" r:id="rId15"/>
    <p:sldId id="337" r:id="rId16"/>
    <p:sldId id="338" r:id="rId17"/>
    <p:sldId id="352" r:id="rId18"/>
    <p:sldId id="340" r:id="rId19"/>
    <p:sldId id="341" r:id="rId20"/>
    <p:sldId id="342" r:id="rId21"/>
    <p:sldId id="343" r:id="rId22"/>
    <p:sldId id="344" r:id="rId23"/>
    <p:sldId id="345" r:id="rId24"/>
    <p:sldId id="346" r:id="rId25"/>
    <p:sldId id="347" r:id="rId26"/>
    <p:sldId id="353" r:id="rId27"/>
    <p:sldId id="349" r:id="rId28"/>
    <p:sldId id="350" r:id="rId29"/>
    <p:sldId id="283" r:id="rId30"/>
  </p:sldIdLst>
  <p:sldSz cx="12192000" cy="6858000"/>
  <p:notesSz cx="6858000" cy="9144000"/>
  <p:custDataLst>
    <p:tags r:id="rId34"/>
  </p:custDataLst>
  <p:defaultText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3771"/>
    <a:srgbClr val="B5D5FB"/>
    <a:srgbClr val="E2F0D9"/>
    <a:srgbClr val="FDA0AD"/>
    <a:srgbClr val="9C8E8E"/>
    <a:srgbClr val="9DC3E6"/>
    <a:srgbClr val="DFF8FF"/>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EB344D84-9AFB-497E-A393-DC336BA19D2E}">
  <a:tblStyle styleId="{EB344D84-9AFB-497E-A393-DC336BA19D2E}" styleName="中度样式 3 - 强调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2.xml"/><Relationship Id="rId8" Type="http://schemas.openxmlformats.org/officeDocument/2006/relationships/notesMaster" Target="notesMasters/notesMaster1.xml"/><Relationship Id="rId7" Type="http://schemas.openxmlformats.org/officeDocument/2006/relationships/slide" Target="slides/slide1.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4" Type="http://schemas.openxmlformats.org/officeDocument/2006/relationships/tags" Target="tags/tag14.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 Type="http://schemas.openxmlformats.org/officeDocument/2006/relationships/slide" Target="slides/slide8.xml"/><Relationship Id="rId14" Type="http://schemas.openxmlformats.org/officeDocument/2006/relationships/slide" Target="slides/slide7.xml"/><Relationship Id="rId13" Type="http://schemas.openxmlformats.org/officeDocument/2006/relationships/slide" Target="slides/slide6.xml"/><Relationship Id="rId12" Type="http://schemas.openxmlformats.org/officeDocument/2006/relationships/slide" Target="slides/slide5.xml"/><Relationship Id="rId11" Type="http://schemas.openxmlformats.org/officeDocument/2006/relationships/slide" Target="slides/slide4.xml"/><Relationship Id="rId10" Type="http://schemas.openxmlformats.org/officeDocument/2006/relationships/slide" Target="slides/slide3.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rPr/>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rPr/>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idx="1"/>
          </p:nvPr>
        </p:nvSpPr>
        <p:spPr/>
        <p:txBody>
          <a:bodyPr/>
          <a:lstStyle/>
          <a:p>
            <a:endParaRPr 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占位符 1"/>
          <p:cNvSpPr>
            <a:spLocks noGrp="1"/>
          </p:cNvSpPr>
          <p:nvPr>
            <p:ph type="body" idx="1"/>
          </p:nvPr>
        </p:nvSpPr>
        <p:spPr/>
        <p:txBody>
          <a:bodyPr/>
          <a:lstStyle/>
          <a:p>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5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5.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5.xml"/></Relationships>
</file>

<file path=ppt/slideLayouts/_rels/slideLayout1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8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结尾">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rgbClr val="005BAC"/>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63" name="椭圆 62"/>
          <p:cNvSpPr/>
          <p:nvPr/>
        </p:nvSpPr>
        <p:spPr>
          <a:xfrm>
            <a:off x="5197121" y="624817"/>
            <a:ext cx="1826782" cy="1826782"/>
          </a:xfrm>
          <a:prstGeom prst="ellipse">
            <a:avLst/>
          </a:prstGeom>
          <a:solidFill>
            <a:schemeClr val="bg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147" name="标题 1"/>
          <p:cNvSpPr>
            <a:spLocks noGrp="1"/>
          </p:cNvSpPr>
          <p:nvPr>
            <p:ph type="ctrTitle" hasCustomPrompt="1"/>
          </p:nvPr>
        </p:nvSpPr>
        <p:spPr>
          <a:xfrm>
            <a:off x="1615440" y="2929530"/>
            <a:ext cx="8961120" cy="1213643"/>
          </a:xfrm>
        </p:spPr>
        <p:txBody>
          <a:bodyPr anchor="ctr"/>
          <a:lstStyle>
            <a:lvl1pPr lvl="0" algn="ctr">
              <a:defRPr lang="zh-CN" sz="6000" b="1" i="0" u="none" strike="noStrike" kern="1200" spc="400" baseline="0">
                <a:ln>
                  <a:noFill/>
                </a:ln>
                <a:solidFill>
                  <a:srgbClr val="FFFFFF"/>
                </a:solidFill>
                <a:latin typeface="Arial" panose="020B0604020202020204"/>
                <a:ea typeface="微软雅黑" panose="020B0503020204020204" charset="-122"/>
              </a:defRPr>
            </a:lvl1pPr>
          </a:lstStyle>
          <a:p>
            <a:pPr marL="0" lvl="0" indent="0" algn="ctr" defTabSz="914400">
              <a:lnSpc>
                <a:spcPct val="110000"/>
              </a:lnSpc>
              <a:spcBef>
                <a:spcPts val="0"/>
              </a:spcBef>
              <a:spcAft>
                <a:spcPts val="0"/>
              </a:spcAft>
              <a:buClrTx/>
              <a:buSzTx/>
              <a:buFontTx/>
              <a:buNone/>
            </a:pPr>
            <a:r>
              <a:rPr lang="zh-CN"/>
              <a:t>单击此处编辑结束语</a:t>
            </a:r>
            <a:endParaRPr lang="zh-CN"/>
          </a:p>
        </p:txBody>
      </p:sp>
      <p:sp>
        <p:nvSpPr>
          <p:cNvPr id="148" name="副标题 2"/>
          <p:cNvSpPr>
            <a:spLocks noGrp="1"/>
          </p:cNvSpPr>
          <p:nvPr>
            <p:ph type="subTitle" idx="1" hasCustomPrompt="1"/>
          </p:nvPr>
        </p:nvSpPr>
        <p:spPr>
          <a:xfrm>
            <a:off x="3105150" y="5630308"/>
            <a:ext cx="5981700" cy="360071"/>
          </a:xfrm>
        </p:spPr>
        <p:txBody>
          <a:bodyPr>
            <a:normAutofit/>
          </a:bodyPr>
          <a:lstStyle>
            <a:lvl1pPr marL="0" lvl="0" indent="0" algn="ctr">
              <a:buNone/>
              <a:defRPr lang="zh-CN" sz="1800" kern="1200">
                <a:solidFill>
                  <a:srgbClr val="000000">
                    <a:lumMod val="75000"/>
                    <a:lumOff val="25000"/>
                  </a:srgbClr>
                </a:solidFill>
                <a:latin typeface="Arial" panose="020B0604020202020204"/>
                <a:ea typeface="微软雅黑" panose="020B0503020204020204"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单击此处编辑作者信息</a:t>
            </a:r>
            <a:endParaRPr lang="zh-CN"/>
          </a:p>
        </p:txBody>
      </p:sp>
      <p:pic>
        <p:nvPicPr>
          <p:cNvPr id="30" name="图片 29"/>
          <p:cNvPicPr>
            <a:picLocks noChangeAspect="1"/>
          </p:cNvPicPr>
          <p:nvPr/>
        </p:nvPicPr>
        <p:blipFill rotWithShape="1">
          <a:blip r:embed="rId2"/>
          <a:srcRect l="23738" t="3312" r="23201" b="2357"/>
          <a:stretch>
            <a:fillRect/>
          </a:stretch>
        </p:blipFill>
        <p:spPr>
          <a:xfrm>
            <a:off x="5313004" y="755212"/>
            <a:ext cx="1565991" cy="1565991"/>
          </a:xfrm>
          <a:prstGeom prst="ellipse">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黑体" panose="02010609060101010101" charset="-122"/>
              </a:defRPr>
            </a:lvl1pPr>
          </a:lstStyle>
          <a:p>
            <a:r>
              <a:rPr lang="en-US"/>
              <a:t>X.X  </a:t>
            </a:r>
            <a:r>
              <a:rPr lang="zh-CN"/>
              <a:t>单击此处输入标题</a:t>
            </a:r>
            <a:endParaRPr lang="zh-CN"/>
          </a:p>
        </p:txBody>
      </p:sp>
      <p:grpSp>
        <p:nvGrpSpPr>
          <p:cNvPr id="177" name="组合 176"/>
          <p:cNvGrpSpPr/>
          <p:nvPr userDrawn="1"/>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E8F4D9F-4BF6-43BD-B085-76F087221E72}" type="slidenum">
              <a:rPr lang="zh-CN"/>
            </a:fld>
            <a:r>
              <a:rPr lang="zh-CN"/>
              <a:t> </a:t>
            </a:r>
            <a:r>
              <a:rPr lang="en-US"/>
              <a:t>&gt;</a:t>
            </a:r>
            <a:endParaRPr lang="zh-CN"/>
          </a:p>
        </p:txBody>
      </p:sp>
      <p:pic>
        <p:nvPicPr>
          <p:cNvPr id="67" name="图片 66"/>
          <p:cNvPicPr>
            <a:picLocks noChangeAspect="1"/>
          </p:cNvPicPr>
          <p:nvPr userDrawn="1"/>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DCE700B-1CC8-48A8-A40C-9C6CD8CF6132}"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C75DE69-AED4-491E-9641-D10CBCA2A84E}" type="slidenum">
              <a:rPr lang="zh-CN"/>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36237BA-4ADB-45D7-A18D-0486995CA539}" type="slidenum">
              <a:rPr lang="zh-CN"/>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D076AC0-DC92-4037-8389-E163133C2E7C}" type="slidenum">
              <a:rPr lang="zh-CN"/>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全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3E17E250-008E-4C95-ADF9-28EA4F280F85}"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ECA191C-A857-49AE-B92D-193FD39F0F67}" type="slidenum">
              <a:rPr lang="zh-CN"/>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7E74869-E2CB-4603-BB12-0F0C3841BA8D}"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43B78E2-B1FC-43EB-AB9D-9DD72C452C43}" type="slidenum">
              <a:rPr lang="zh-CN"/>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B457AB1-3665-44CE-AFBD-07B8E5074C9C}" type="slidenum">
              <a:rPr lang="zh-CN"/>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C269F01-08AC-4048-81F8-B845FD1839D0}"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DFF9CE2-DA1D-4D61-A28D-8004B284488E}" type="slidenum">
              <a:rPr lang="zh-CN"/>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4627045-9966-40AD-AAF2-139BFF3CE58A}" type="slidenum">
              <a:rPr lang="zh-CN"/>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D603375-B57C-4A7B-BF75-A185E6CDE0A7}"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E4B527D-9C4A-4FC6-905E-B4AFF5EB189C}"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5399445F-D8A5-49E2-8CE2-FD10D55D8867}"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5177884-8885-4E9C-9F8E-590FF8F9C6D5}"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E2F4881-5076-4229-8878-6399CAA58BBE}"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1666DAB-B28C-4641-82F7-C3C1C0DA4B09}"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C65B0C6-2FE7-4D99-9752-C2A2870DCBA8}"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DE21752-82D2-41AD-AE95-E252B3535A71}"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986129F-2B90-4196-8C98-731029A17C13}"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107BF4B-531D-4AFA-ABA0-A021082746D7}"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3128C258-410F-4417-99E9-37328DA4DA7C}"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660AFC2-D772-4DF3-BC65-4610403E6EF5}"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26511CD-3714-4481-AEAC-D531F0C6E0C7}"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B953CD9-07DD-401B-B3BD-B1A60BC4F820}"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B49E73D-E3AE-4DE1-91D5-5519F3862B58}"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AC58A1F-5EB0-4C8F-A0C9-67E465DA8B60}"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ED29CE9-F6C4-411E-A4A0-0C98B397C665}"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B74D8A2-9096-4E0F-8268-689A68168EB0}"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CE3B721-BEAE-4458-B354-E44FF7137052}"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46CC3AB-2987-4AB6-BC82-C9678BBA742D}"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C2089D2-0C99-4B72-B7DA-E04B1A158A93}"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1C6ACA8-60FD-4679-A604-41E5CA6221A4}"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0E8DFD9-4786-4B7A-A796-F9F631CD1960}"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2FEAD8A-F24C-4378-A67B-E45158583FAF}"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D632F31-F462-4F89-AF71-9401DC2647A5}"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3C50BB5-1A3C-4167-A872-D8973534FF90}"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6301073-4B82-4119-A309-18F4F65C1CBB}"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3B18E01-3A4E-4B12-8954-A7F05FDA8781}"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CFE4B33-3DC0-4BBF-9B0E-073D7D36147D}"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FDC428F-5558-4735-8599-46B5AA5C7425}"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D94D34D-A68C-40B2-9D58-A4A85F7226E8}"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EA99A7C-7A69-48BA-BDD6-EA2B435F9C03}"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E424311-DF16-4AD8-9B49-BFC3F5DA02DE}"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0CEDB9E-4490-4B21-8743-3B383EF098C9}"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DF28D90-6E3A-4EFF-A4FC-E521532D024B}"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DAB4051-802C-4ED3-808E-DED291FE8BA3}"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3A0D6EF-EC27-411A-90D1-7EFE2D10DBA6}"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25E540D-0E76-410B-82EC-19CBDF958976}"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7D823F6-E1A2-4F84-9553-11E6A808AAE3}"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BA6EB5BB-D1A3-4F40-BB23-D28E4B5D37A3}"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11E05CFB-0898-498D-A499-AF81763AE940}" type="slidenum">
              <a:rPr lang="zh-CN"/>
            </a:fld>
            <a:endParaRPr lang="zh-CN"/>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63C46790-D5A6-4AE7-ADBC-AF8E789B2A28}"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09578360-7E27-4318-AF86-97D5B7141D67}" type="slidenum">
              <a:rPr lang="zh-CN"/>
            </a:fld>
            <a:endParaRPr lang="zh-CN"/>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AED504B0-30C6-4476-B1DA-337F9FD4636B}"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8AF5BB24-31CC-4493-9B6F-3D3E4C2873B2}" type="slidenum">
              <a:rPr lang="zh-CN"/>
            </a:fld>
            <a:endParaRPr lang="zh-CN"/>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257A3323-BD17-4C16-8F61-B472865D124E}"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A5937707-D0BF-45D0-BB4A-BB08F4FB9394}" type="slidenum">
              <a:rPr lang="zh-CN"/>
            </a:fld>
            <a:endParaRPr lang="zh-CN"/>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AAFCD0AD-8A69-448E-9148-07A6BDED53C4}"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791EB97B-3CA8-4F34-B386-638066ACAD55}" type="slidenum">
              <a:rPr lang="zh-CN"/>
            </a:fld>
            <a:endParaRPr lang="zh-CN"/>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31A943C7-FACA-4563-B9F8-D6ED39FB5A96}"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FCAE2F64-9B08-41E3-A634-DCA61F24CB08}" type="slidenum">
              <a:rPr lang="zh-CN"/>
            </a:fld>
            <a:endParaRPr lang="zh-CN"/>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CE8DF5BA-D7A6-47D8-8F0E-A3B4CF02E1BB}"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1D155892-1022-4CB2-8EF9-563DABFEB2A5}" type="slidenum">
              <a:rPr lang="en-US"/>
            </a:fld>
            <a:endParaRPr lang="zh-CN"/>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696915C0-4BD4-4217-A1C4-9238862F090C}"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ABC06E3C-DD5A-42F0-9578-4E68A73255AE}" type="slidenum">
              <a:rPr lang="en-US"/>
            </a:fld>
            <a:endParaRPr lang="zh-CN"/>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3815AAB7-4693-4F94-8553-34F38094AAFF}" type="slidenum">
              <a:rPr lang="zh-CN"/>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cSld name="结尾">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rgbClr val="005BAC"/>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63" name="椭圆 62"/>
          <p:cNvSpPr/>
          <p:nvPr/>
        </p:nvSpPr>
        <p:spPr>
          <a:xfrm>
            <a:off x="5197121" y="624817"/>
            <a:ext cx="1826782" cy="1826782"/>
          </a:xfrm>
          <a:prstGeom prst="ellipse">
            <a:avLst/>
          </a:prstGeom>
          <a:solidFill>
            <a:schemeClr val="bg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147" name="标题 1"/>
          <p:cNvSpPr>
            <a:spLocks noGrp="1"/>
          </p:cNvSpPr>
          <p:nvPr>
            <p:ph type="ctrTitle" hasCustomPrompt="1"/>
          </p:nvPr>
        </p:nvSpPr>
        <p:spPr>
          <a:xfrm>
            <a:off x="1615440" y="2929530"/>
            <a:ext cx="8961120" cy="1213643"/>
          </a:xfrm>
        </p:spPr>
        <p:txBody>
          <a:bodyPr anchor="ctr"/>
          <a:lstStyle>
            <a:lvl1pPr lvl="0" algn="ctr">
              <a:defRPr lang="zh-CN" sz="6000" b="1" i="0" u="none" strike="noStrike" kern="1200" spc="400" baseline="0">
                <a:ln>
                  <a:noFill/>
                </a:ln>
                <a:solidFill>
                  <a:srgbClr val="FFFFFF"/>
                </a:solidFill>
                <a:latin typeface="Arial" panose="020B0604020202020204"/>
                <a:ea typeface="微软雅黑" panose="020B0503020204020204" charset="-122"/>
              </a:defRPr>
            </a:lvl1pPr>
          </a:lstStyle>
          <a:p>
            <a:pPr marL="0" lvl="0" indent="0" algn="ctr" defTabSz="914400">
              <a:lnSpc>
                <a:spcPct val="110000"/>
              </a:lnSpc>
              <a:spcBef>
                <a:spcPts val="0"/>
              </a:spcBef>
              <a:spcAft>
                <a:spcPts val="0"/>
              </a:spcAft>
              <a:buClrTx/>
              <a:buSzTx/>
              <a:buFontTx/>
              <a:buNone/>
            </a:pPr>
            <a:r>
              <a:rPr lang="zh-CN"/>
              <a:t>单击此处编辑结束语</a:t>
            </a:r>
            <a:endParaRPr lang="zh-CN"/>
          </a:p>
        </p:txBody>
      </p:sp>
      <p:sp>
        <p:nvSpPr>
          <p:cNvPr id="148" name="副标题 2"/>
          <p:cNvSpPr>
            <a:spLocks noGrp="1"/>
          </p:cNvSpPr>
          <p:nvPr>
            <p:ph type="subTitle" idx="1" hasCustomPrompt="1"/>
          </p:nvPr>
        </p:nvSpPr>
        <p:spPr>
          <a:xfrm>
            <a:off x="3105150" y="5630308"/>
            <a:ext cx="5981700" cy="360071"/>
          </a:xfrm>
        </p:spPr>
        <p:txBody>
          <a:bodyPr>
            <a:normAutofit/>
          </a:bodyPr>
          <a:lstStyle>
            <a:lvl1pPr marL="0" lvl="0" indent="0" algn="ctr">
              <a:buNone/>
              <a:defRPr lang="zh-CN" sz="1800" kern="1200">
                <a:solidFill>
                  <a:srgbClr val="000000">
                    <a:lumMod val="75000"/>
                    <a:lumOff val="25000"/>
                  </a:srgbClr>
                </a:solidFill>
                <a:latin typeface="Arial" panose="020B0604020202020204"/>
                <a:ea typeface="微软雅黑" panose="020B0503020204020204"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单击此处编辑作者信息</a:t>
            </a:r>
            <a:endParaRPr lang="zh-CN"/>
          </a:p>
        </p:txBody>
      </p:sp>
      <p:pic>
        <p:nvPicPr>
          <p:cNvPr id="30" name="图片 29"/>
          <p:cNvPicPr>
            <a:picLocks noChangeAspect="1"/>
          </p:cNvPicPr>
          <p:nvPr/>
        </p:nvPicPr>
        <p:blipFill rotWithShape="1">
          <a:blip r:embed="rId2"/>
          <a:srcRect l="23738" t="3312" r="23201" b="2357"/>
          <a:stretch>
            <a:fillRect/>
          </a:stretch>
        </p:blipFill>
        <p:spPr>
          <a:xfrm>
            <a:off x="5313004" y="755212"/>
            <a:ext cx="1565991" cy="1565991"/>
          </a:xfrm>
          <a:prstGeom prst="ellipse">
            <a:avLst/>
          </a:prstGeom>
        </p:spPr>
      </p:pic>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238601F-E6B0-44CA-8106-39E145F4919A}" type="slidenum">
              <a:rPr lang="zh-CN"/>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E5890DE-B91A-4E01-B3C2-000EB466B791}"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720DD3F-E245-4076-8827-76CC48835889}" type="slidenum">
              <a:rPr lang="zh-CN"/>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C37C3CB-AB5D-4C9F-8CC8-63B50E1E50A2}" type="slidenum">
              <a:rPr lang="zh-CN"/>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364EBC3-7758-4104-8676-CC0389EAC0D6}" type="slidenum">
              <a:rPr lang="zh-CN"/>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cSld name="全空白">
    <p:spTree>
      <p:nvGrpSpPr>
        <p:cNvPr id="1" name=""/>
        <p:cNvGrpSpPr/>
        <p:nvPr/>
      </p:nvGrpSpPr>
      <p:grpSpPr>
        <a:xfrm>
          <a:off x="0" y="0"/>
          <a:ext cx="0" cy="0"/>
          <a:chOff x="0" y="0"/>
          <a:chExt cx="0" cy="0"/>
        </a:xfrm>
      </p:grpSpPr>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4D06E79-83B6-444F-82A1-AC1A3941C746}"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84EABAB-6A8D-4B4A-A296-F4A857BAF9C4}" type="slidenum">
              <a:rPr lang="zh-CN"/>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0195A44-7ADA-462D-AECC-E3DC74FCC8BF}"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B2F836F-6F4A-4446-94FC-8E0E7CE09AA3}" type="slidenum">
              <a:rPr lang="zh-CN"/>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8F115D7-5A3A-465E-A655-09596DA1FA76}" type="slidenum">
              <a:rPr lang="zh-CN"/>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FDA9DAF-9819-4571-B033-3E2D8534C75A}"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199B2B2-C696-46D2-A695-6E7499D67765}" type="slidenum">
              <a:rPr lang="zh-CN"/>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068FE72-2825-4126-9DB7-9D4398C63B07}" type="slidenum">
              <a:rPr lang="zh-CN"/>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A2DD9276-AE0A-4103-A1D1-938FE58ADF4D}"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EBA8ACC4-BB3A-4557-B26C-70E0CC5CBF7D}" type="slidenum">
              <a:rPr lang="zh-CN"/>
            </a:fld>
            <a:endParaRPr lang="zh-CN"/>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cSld name="结尾">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rgbClr val="005BAC"/>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63" name="椭圆 62"/>
          <p:cNvSpPr/>
          <p:nvPr/>
        </p:nvSpPr>
        <p:spPr>
          <a:xfrm>
            <a:off x="5197121" y="624817"/>
            <a:ext cx="1826782" cy="1826782"/>
          </a:xfrm>
          <a:prstGeom prst="ellipse">
            <a:avLst/>
          </a:prstGeom>
          <a:solidFill>
            <a:schemeClr val="bg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147" name="标题 1"/>
          <p:cNvSpPr>
            <a:spLocks noGrp="1"/>
          </p:cNvSpPr>
          <p:nvPr>
            <p:ph type="ctrTitle" hasCustomPrompt="1"/>
          </p:nvPr>
        </p:nvSpPr>
        <p:spPr>
          <a:xfrm>
            <a:off x="1615440" y="2929530"/>
            <a:ext cx="8961120" cy="1213643"/>
          </a:xfrm>
        </p:spPr>
        <p:txBody>
          <a:bodyPr anchor="ctr"/>
          <a:lstStyle>
            <a:lvl1pPr lvl="0" algn="ctr">
              <a:defRPr lang="zh-CN" sz="6000" b="1" i="0" u="none" strike="noStrike" kern="1200" spc="400" baseline="0">
                <a:ln>
                  <a:noFill/>
                </a:ln>
                <a:solidFill>
                  <a:srgbClr val="FFFFFF"/>
                </a:solidFill>
                <a:latin typeface="Arial" panose="020B0604020202020204"/>
                <a:ea typeface="微软雅黑" panose="020B0503020204020204" charset="-122"/>
              </a:defRPr>
            </a:lvl1pPr>
          </a:lstStyle>
          <a:p>
            <a:pPr marL="0" lvl="0" indent="0" algn="ctr" defTabSz="914400">
              <a:lnSpc>
                <a:spcPct val="110000"/>
              </a:lnSpc>
              <a:spcBef>
                <a:spcPts val="0"/>
              </a:spcBef>
              <a:spcAft>
                <a:spcPts val="0"/>
              </a:spcAft>
              <a:buClrTx/>
              <a:buSzTx/>
              <a:buFontTx/>
              <a:buNone/>
            </a:pPr>
            <a:r>
              <a:rPr lang="zh-CN"/>
              <a:t>单击此处编辑结束语</a:t>
            </a:r>
            <a:endParaRPr lang="zh-CN"/>
          </a:p>
        </p:txBody>
      </p:sp>
      <p:sp>
        <p:nvSpPr>
          <p:cNvPr id="148" name="副标题 2"/>
          <p:cNvSpPr>
            <a:spLocks noGrp="1"/>
          </p:cNvSpPr>
          <p:nvPr>
            <p:ph type="subTitle" idx="1" hasCustomPrompt="1"/>
          </p:nvPr>
        </p:nvSpPr>
        <p:spPr>
          <a:xfrm>
            <a:off x="3105150" y="5630308"/>
            <a:ext cx="5981700" cy="360071"/>
          </a:xfrm>
        </p:spPr>
        <p:txBody>
          <a:bodyPr>
            <a:normAutofit/>
          </a:bodyPr>
          <a:lstStyle>
            <a:lvl1pPr marL="0" lvl="0" indent="0" algn="ctr">
              <a:buNone/>
              <a:defRPr lang="zh-CN" sz="1800" kern="1200">
                <a:solidFill>
                  <a:srgbClr val="000000">
                    <a:lumMod val="75000"/>
                    <a:lumOff val="25000"/>
                  </a:srgbClr>
                </a:solidFill>
                <a:latin typeface="Arial" panose="020B0604020202020204"/>
                <a:ea typeface="微软雅黑" panose="020B0503020204020204"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单击此处编辑作者信息</a:t>
            </a:r>
            <a:endParaRPr lang="zh-CN"/>
          </a:p>
        </p:txBody>
      </p:sp>
      <p:pic>
        <p:nvPicPr>
          <p:cNvPr id="30" name="图片 29"/>
          <p:cNvPicPr>
            <a:picLocks noChangeAspect="1"/>
          </p:cNvPicPr>
          <p:nvPr/>
        </p:nvPicPr>
        <p:blipFill rotWithShape="1">
          <a:blip r:embed="rId2"/>
          <a:srcRect l="23738" t="3312" r="23201" b="2357"/>
          <a:stretch>
            <a:fillRect/>
          </a:stretch>
        </p:blipFill>
        <p:spPr>
          <a:xfrm>
            <a:off x="5313004" y="755212"/>
            <a:ext cx="1565991" cy="1565991"/>
          </a:xfrm>
          <a:prstGeom prst="ellipse">
            <a:avLst/>
          </a:prstGeom>
        </p:spPr>
      </p:pic>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黑体" panose="02010609060101010101"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570EE0E-19F6-4ED3-A066-B7EE80D157E5}" type="slidenum">
              <a:rPr lang="zh-CN"/>
            </a:fld>
            <a:r>
              <a:rPr lang="zh-CN"/>
              <a:t> </a:t>
            </a:r>
            <a:r>
              <a:rPr lang="en-US"/>
              <a:t>&gt;</a:t>
            </a:r>
            <a:endParaRPr lang="zh-CN"/>
          </a:p>
        </p:txBody>
      </p:sp>
      <p:pic>
        <p:nvPicPr>
          <p:cNvPr id="4" name="图片 3"/>
          <p:cNvPicPr>
            <a:picLocks noChangeAspect="1"/>
          </p:cNvPicPr>
          <p:nvPr/>
        </p:nvPicPr>
        <p:blipFill>
          <a:blip r:embed="rId2"/>
          <a:srcRect l="7706" t="22547" r="12966" b="26168"/>
          <a:stretch>
            <a:fillRect/>
          </a:stretch>
        </p:blipFill>
        <p:spPr>
          <a:xfrm>
            <a:off x="10704195" y="303530"/>
            <a:ext cx="1379220" cy="557530"/>
          </a:xfrm>
          <a:prstGeom prst="rect">
            <a:avLst/>
          </a:prstGeom>
        </p:spPr>
      </p:pic>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66C1CE2-85D3-40C2-A3A9-5A2D9B81760D}"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2D4AB44-4382-456B-BA87-DE5D4A151A81}" type="slidenum">
              <a:rPr lang="zh-CN"/>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96B7A14-3265-4607-8E7F-4ADA705F9BBA}" type="slidenum">
              <a:rPr lang="zh-CN"/>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936DC9F-026E-479B-8AD0-66298B89A76A}" type="slidenum">
              <a:rPr lang="zh-CN"/>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cSld name="全空白">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58A633BE-1B7E-400D-9CB0-E36124F0EFF1}"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FDB4587-1368-4056-9045-E24198DE1233}" type="slidenum">
              <a:rPr lang="zh-CN"/>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61AB78E-2278-4563-8239-98F158C0FC8D}"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95C4CC4-477B-4D76-8B21-9B78AA31FCEC}" type="slidenum">
              <a:rPr lang="zh-CN"/>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E2040B9-2287-4403-A6B3-8D3387862F8A}" type="slidenum">
              <a:rPr lang="zh-CN"/>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D9FC30D-2E3F-47AC-84CC-6576747F8E19}" type="slidenum">
              <a:rPr lang="zh-CN"/>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303D792C-D3AA-47C6-9CF1-B12ED3754BFF}" type="slidenum">
              <a:rPr lang="zh-CN"/>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D24F7DA-D057-42E8-A49B-9BB4C9FFCC88}" type="slidenum">
              <a:rPr lang="zh-CN"/>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B5FC274-0FEC-4139-B08C-8A78BB9B21EF}"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F7A4922-7683-443D-899F-1E3CD07F516E}"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DE4ECA5-B7BB-4B9A-A133-E76ED0049E48}"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65E4981-D9D3-4485-BEF8-B75D3CAAF07C}"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9B92AEC-5F8F-4300-B67D-1E753D6295F0}"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E4C9D9F-88BA-4B5A-8757-B04D8B33BDCB}"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7D62D85-508A-416D-BAD1-34AAAA433789}"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A25BEE5-B333-4E1C-B839-E125105FFA74}"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4021E4C-EDF4-45D9-B028-F2FF1278EA59}"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3844CEE-9A16-440F-B3EF-B809338B3B06}"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4389705-BB6D-471C-9F8B-4B36D3259EF8}"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E9E1413-407F-4AA8-8E5F-22BF516866D8}"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AFBE7CB-AE90-4C64-B2A3-BFFFB4D459B3}"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7D07D95-EFC5-4006-800F-857AAAD09D9C}"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BE60C25-B5F0-486A-989C-01748C9C4AB4}"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371AE63-8332-4D69-8F2F-C21F09026DF9}"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8433787-C258-4FBB-B4CE-7218B263E126}"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21AEFF6-FDA6-47CA-86F2-4A5D43EB3074}"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48A012F-6878-4AF7-ACCB-BA4324842246}"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82734CA-1858-4F15-8630-749385B23F0E}"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1C493B2-7ECC-4FAA-A0FA-B556DD22FA62}"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D9730E1-3AB6-4A6D-B378-8D89D905ADB6}"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B2B2FA0-1369-40A3-BD08-4CB44A254E2E}"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5A53935B-5BC2-45D4-BF35-98EE3B36AEF3}"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2F9F9D8-951C-436C-9422-26CCCE0A41CF}"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C9A424B-1BF1-4195-B6B1-1E70E365DB69}"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15E8BFB-0851-4D00-8834-83F002A3E28C}"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507F0FB-C928-4550-BFFC-793C7D41477A}"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3DB438C-E700-4CF7-8B9B-133050B55F02}"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5F45808-3343-49D4-9464-2A3FB42DA8EB}"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535A3D0-4CA0-44B1-86F8-DF52ED917397}"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BFF5A25-183A-4F5F-A656-7B4F1FAC5EBE}"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DBB3169-7421-4B3B-893C-00E275B009E8}"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6F3D2F1-4952-4DCB-B0C1-512A43804603}"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676761B-33AD-49DA-900A-C7A8A76A141F}"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8BE2112-7755-4031-9A8D-DD23B7B09524}"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95B66B6-A370-4D6F-8937-B2093758A9E8}"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CF5F2887-5473-4ED6-8B57-A6E0F4C64D06}"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9402010-1DE8-4B6D-A1EB-957C6038C0E6}"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023DE9A2-3234-444E-9C59-32853AE03B9F}"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70BF413C-574C-452F-81EB-3F910A311BB2}" type="slidenum">
              <a:rPr lang="zh-CN"/>
            </a:fld>
            <a:endParaRPr lang="zh-CN"/>
          </a:p>
        </p:txBody>
      </p:sp>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B953ECCC-F9F1-4DFF-9116-31FD3BAEA167}"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8958F7AB-60E5-46B8-936D-DEB32CF760D1}" type="slidenum">
              <a:rPr lang="zh-CN"/>
            </a:fld>
            <a:endParaRPr lang="zh-CN"/>
          </a:p>
        </p:txBody>
      </p:sp>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6C802443-C00A-4BD5-A1E3-8A55C0BA77BD}"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AA1BDD0C-EED3-4331-839C-0D1A8070D57B}" type="slidenum">
              <a:rPr lang="zh-CN"/>
            </a:fld>
            <a:endParaRPr lang="zh-CN"/>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9CDD0243-AA9C-4CFC-96C2-FF3CE0CB42FC}"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EF8FFC6C-93C0-4F03-8A78-59B24CB0C551}" type="slidenum">
              <a:rPr lang="zh-CN"/>
            </a:fld>
            <a:endParaRPr lang="zh-CN"/>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24C9F59A-8228-48B4-A4C8-1CD8CF4F616E}"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49CBEE3E-9E38-4462-ACBF-8B11EBC9EBFF}" type="slidenum">
              <a:rPr lang="zh-CN"/>
            </a:fld>
            <a:endParaRPr lang="zh-CN"/>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06EDC4B7-8798-45F8-B40C-4C296926E6B2}" type="datetimeFigureOut">
              <a:rPr lang="zh-CN" alt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F22A93F1-A211-4B5F-99E6-C0CDCD83C356}" type="slidenum">
              <a:rPr lang="zh-CN"/>
            </a:fld>
            <a:endParaRPr lang="zh-CN"/>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001C9A14-4E4A-43AB-846D-F6B6D647AC8F}"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991330E6-FAD4-4543-B66B-8E8D4A8960B5}" type="slidenum">
              <a:rPr lang="en-US"/>
            </a:fld>
            <a:endParaRPr lang="zh-CN"/>
          </a:p>
        </p:txBody>
      </p:sp>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9D83BECF-5B35-4CFB-B8BE-0709E0AC966C}"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0EAC5752-16E2-45CD-ACDE-01A5067CF520}" type="slidenum">
              <a:rPr lang="en-US"/>
            </a:fld>
            <a:endParaRPr lang="zh-CN"/>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cSld name="结尾">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rgbClr val="005BAC"/>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63" name="椭圆 62"/>
          <p:cNvSpPr/>
          <p:nvPr/>
        </p:nvSpPr>
        <p:spPr>
          <a:xfrm>
            <a:off x="5197121" y="624817"/>
            <a:ext cx="1826782" cy="1826782"/>
          </a:xfrm>
          <a:prstGeom prst="ellipse">
            <a:avLst/>
          </a:prstGeom>
          <a:solidFill>
            <a:schemeClr val="bg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147" name="标题 1"/>
          <p:cNvSpPr>
            <a:spLocks noGrp="1"/>
          </p:cNvSpPr>
          <p:nvPr>
            <p:ph type="ctrTitle" hasCustomPrompt="1"/>
          </p:nvPr>
        </p:nvSpPr>
        <p:spPr>
          <a:xfrm>
            <a:off x="1615440" y="2929530"/>
            <a:ext cx="8961120" cy="1213643"/>
          </a:xfrm>
        </p:spPr>
        <p:txBody>
          <a:bodyPr anchor="ctr"/>
          <a:lstStyle>
            <a:lvl1pPr lvl="0" algn="ctr">
              <a:defRPr lang="zh-CN" sz="6000" b="1" i="0" u="none" strike="noStrike" kern="1200" spc="400" baseline="0">
                <a:ln>
                  <a:noFill/>
                </a:ln>
                <a:solidFill>
                  <a:srgbClr val="FFFFFF"/>
                </a:solidFill>
                <a:latin typeface="Arial" panose="020B0604020202020204"/>
                <a:ea typeface="微软雅黑" panose="020B0503020204020204" charset="-122"/>
              </a:defRPr>
            </a:lvl1pPr>
          </a:lstStyle>
          <a:p>
            <a:pPr marL="0" lvl="0" indent="0" algn="ctr" defTabSz="914400">
              <a:lnSpc>
                <a:spcPct val="110000"/>
              </a:lnSpc>
              <a:spcBef>
                <a:spcPts val="0"/>
              </a:spcBef>
              <a:spcAft>
                <a:spcPts val="0"/>
              </a:spcAft>
              <a:buClrTx/>
              <a:buSzTx/>
              <a:buFontTx/>
              <a:buNone/>
            </a:pPr>
            <a:r>
              <a:rPr lang="zh-CN"/>
              <a:t>单击此处编辑结束语</a:t>
            </a:r>
            <a:endParaRPr lang="zh-CN"/>
          </a:p>
        </p:txBody>
      </p:sp>
      <p:sp>
        <p:nvSpPr>
          <p:cNvPr id="148" name="副标题 2"/>
          <p:cNvSpPr>
            <a:spLocks noGrp="1"/>
          </p:cNvSpPr>
          <p:nvPr>
            <p:ph type="subTitle" idx="1" hasCustomPrompt="1"/>
          </p:nvPr>
        </p:nvSpPr>
        <p:spPr>
          <a:xfrm>
            <a:off x="3105150" y="5630308"/>
            <a:ext cx="5981700" cy="360071"/>
          </a:xfrm>
        </p:spPr>
        <p:txBody>
          <a:bodyPr>
            <a:normAutofit/>
          </a:bodyPr>
          <a:lstStyle>
            <a:lvl1pPr marL="0" lvl="0" indent="0" algn="ctr">
              <a:buNone/>
              <a:defRPr lang="zh-CN" sz="1800" kern="1200">
                <a:solidFill>
                  <a:srgbClr val="000000">
                    <a:lumMod val="75000"/>
                    <a:lumOff val="25000"/>
                  </a:srgbClr>
                </a:solidFill>
                <a:latin typeface="Arial" panose="020B0604020202020204"/>
                <a:ea typeface="微软雅黑" panose="020B0503020204020204"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单击此处编辑作者信息</a:t>
            </a:r>
            <a:endParaRPr lang="zh-CN"/>
          </a:p>
        </p:txBody>
      </p:sp>
      <p:pic>
        <p:nvPicPr>
          <p:cNvPr id="30" name="图片 29"/>
          <p:cNvPicPr>
            <a:picLocks noChangeAspect="1"/>
          </p:cNvPicPr>
          <p:nvPr/>
        </p:nvPicPr>
        <p:blipFill rotWithShape="1">
          <a:blip r:embed="rId2"/>
          <a:srcRect l="23738" t="3312" r="23201" b="2357"/>
          <a:stretch>
            <a:fillRect/>
          </a:stretch>
        </p:blipFill>
        <p:spPr>
          <a:xfrm>
            <a:off x="5313004" y="755212"/>
            <a:ext cx="1565991" cy="1565991"/>
          </a:xfrm>
          <a:prstGeom prst="ellipse">
            <a:avLst/>
          </a:prstGeom>
        </p:spPr>
      </p:pic>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C0B641E-95D4-4117-968B-3556C233CFE3}"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2A58A42-D00D-4442-9F33-6DF534E2D87B}"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AC90C73-0947-4430-A1E7-E57D17A25CFC}"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3A483966-06E5-47D7-B5CD-E98259FF59BD}"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EA638B1-7D82-471D-9DDA-3588984F1B55}"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cSld name="全空白">
    <p:spTree>
      <p:nvGrpSpPr>
        <p:cNvPr id="1" name=""/>
        <p:cNvGrpSpPr/>
        <p:nvPr/>
      </p:nvGrpSpPr>
      <p:grpSpPr>
        <a:xfrm>
          <a:off x="0" y="0"/>
          <a:ext cx="0" cy="0"/>
          <a:chOff x="0" y="0"/>
          <a:chExt cx="0" cy="0"/>
        </a:xfrm>
      </p:grpSpPr>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912B256-8A9D-42C2-9D84-A4EA7D41E035}"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E306447-6546-4B56-8268-E79A2D56D520}"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758301F-3707-45E0-9A1F-900270FC1A68}"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EEC80E0-D118-47E1-86D1-BE54F55EAFF2}"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D459123A-ED8A-4A49-81F4-F0F2C2E73553}"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52EA0D27-8C8A-495E-81FD-E89EA70023B0}"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26C9DA6-C3B8-4381-B26E-0059B60B8E98}"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290F7882-7264-46E8-B7EC-46941EE9CA62}"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3C43BD19-5DE6-48D1-8286-C2000BD11CC2}"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6E4C1DA3-2FFE-46E4-8F71-78EB5A388F8B}" type="slidenum">
              <a:rPr lang="en-US"/>
            </a:fld>
            <a:endParaRPr lang="zh-CN"/>
          </a:p>
        </p:txBody>
      </p:sp>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cSld name="结尾">
    <p:spTree>
      <p:nvGrpSpPr>
        <p:cNvPr id="1" name=""/>
        <p:cNvGrpSpPr/>
        <p:nvPr/>
      </p:nvGrpSpPr>
      <p:grpSpPr>
        <a:xfrm>
          <a:off x="0" y="0"/>
          <a:ext cx="0" cy="0"/>
          <a:chOff x="0" y="0"/>
          <a:chExt cx="0" cy="0"/>
        </a:xfrm>
      </p:grpSpPr>
      <p:sp>
        <p:nvSpPr>
          <p:cNvPr id="66" name="矩形 65"/>
          <p:cNvSpPr/>
          <p:nvPr/>
        </p:nvSpPr>
        <p:spPr>
          <a:xfrm>
            <a:off x="0" y="1764872"/>
            <a:ext cx="12192000" cy="3328257"/>
          </a:xfrm>
          <a:prstGeom prst="rect">
            <a:avLst/>
          </a:prstGeom>
          <a:solidFill>
            <a:srgbClr val="005BAC"/>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63" name="椭圆 62"/>
          <p:cNvSpPr/>
          <p:nvPr/>
        </p:nvSpPr>
        <p:spPr>
          <a:xfrm>
            <a:off x="5197121" y="624817"/>
            <a:ext cx="1826782" cy="1826782"/>
          </a:xfrm>
          <a:prstGeom prst="ellipse">
            <a:avLst/>
          </a:prstGeom>
          <a:solidFill>
            <a:schemeClr val="bg1"/>
          </a:solidFill>
          <a:ln>
            <a:noFill/>
          </a:ln>
        </p:spPr>
        <p:txBody>
          <a:bodyPr vert="horz" wrap="square" lIns="91440" tIns="45720" rIns="91440" bIns="45720" numCol="1" spcCol="0" anchor="ctr" anchorCtr="0"/>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sp>
        <p:nvSpPr>
          <p:cNvPr id="147" name="标题 1"/>
          <p:cNvSpPr>
            <a:spLocks noGrp="1"/>
          </p:cNvSpPr>
          <p:nvPr>
            <p:ph type="ctrTitle" hasCustomPrompt="1"/>
          </p:nvPr>
        </p:nvSpPr>
        <p:spPr>
          <a:xfrm>
            <a:off x="1615440" y="2929530"/>
            <a:ext cx="8961120" cy="1213643"/>
          </a:xfrm>
        </p:spPr>
        <p:txBody>
          <a:bodyPr anchor="ctr"/>
          <a:lstStyle>
            <a:lvl1pPr lvl="0" algn="ctr">
              <a:defRPr lang="zh-CN" sz="6000" b="1" i="0" u="none" strike="noStrike" kern="1200" spc="400" baseline="0">
                <a:ln>
                  <a:noFill/>
                </a:ln>
                <a:solidFill>
                  <a:srgbClr val="FFFFFF"/>
                </a:solidFill>
                <a:latin typeface="Arial" panose="020B0604020202020204"/>
                <a:ea typeface="微软雅黑" panose="020B0503020204020204" charset="-122"/>
              </a:defRPr>
            </a:lvl1pPr>
          </a:lstStyle>
          <a:p>
            <a:pPr marL="0" lvl="0" indent="0" algn="ctr" defTabSz="914400">
              <a:lnSpc>
                <a:spcPct val="110000"/>
              </a:lnSpc>
              <a:spcBef>
                <a:spcPts val="0"/>
              </a:spcBef>
              <a:spcAft>
                <a:spcPts val="0"/>
              </a:spcAft>
              <a:buClrTx/>
              <a:buSzTx/>
              <a:buFontTx/>
              <a:buNone/>
            </a:pPr>
            <a:r>
              <a:rPr lang="zh-CN"/>
              <a:t>单击此处编辑结束语</a:t>
            </a:r>
            <a:endParaRPr lang="zh-CN"/>
          </a:p>
        </p:txBody>
      </p:sp>
      <p:sp>
        <p:nvSpPr>
          <p:cNvPr id="148" name="副标题 2"/>
          <p:cNvSpPr>
            <a:spLocks noGrp="1"/>
          </p:cNvSpPr>
          <p:nvPr>
            <p:ph type="subTitle" idx="1" hasCustomPrompt="1"/>
          </p:nvPr>
        </p:nvSpPr>
        <p:spPr>
          <a:xfrm>
            <a:off x="3105150" y="5630308"/>
            <a:ext cx="5981700" cy="360071"/>
          </a:xfrm>
        </p:spPr>
        <p:txBody>
          <a:bodyPr>
            <a:normAutofit/>
          </a:bodyPr>
          <a:lstStyle>
            <a:lvl1pPr marL="0" lvl="0" indent="0" algn="ctr">
              <a:buNone/>
              <a:defRPr lang="zh-CN" sz="1800" kern="1200">
                <a:solidFill>
                  <a:srgbClr val="000000">
                    <a:lumMod val="75000"/>
                    <a:lumOff val="25000"/>
                  </a:srgbClr>
                </a:solidFill>
                <a:latin typeface="Arial" panose="020B0604020202020204"/>
                <a:ea typeface="微软雅黑" panose="020B0503020204020204"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单击此处编辑作者信息</a:t>
            </a:r>
            <a:endParaRPr lang="zh-CN"/>
          </a:p>
        </p:txBody>
      </p:sp>
      <p:pic>
        <p:nvPicPr>
          <p:cNvPr id="30" name="图片 29"/>
          <p:cNvPicPr>
            <a:picLocks noChangeAspect="1"/>
          </p:cNvPicPr>
          <p:nvPr/>
        </p:nvPicPr>
        <p:blipFill rotWithShape="1">
          <a:blip r:embed="rId2"/>
          <a:srcRect l="23738" t="3312" r="23201" b="2357"/>
          <a:stretch>
            <a:fillRect/>
          </a:stretch>
        </p:blipFill>
        <p:spPr>
          <a:xfrm>
            <a:off x="5313004" y="755212"/>
            <a:ext cx="1565991" cy="1565991"/>
          </a:xfrm>
          <a:prstGeom prst="ellipse">
            <a:avLst/>
          </a:prstGeom>
        </p:spPr>
      </p:pic>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黑体" panose="02010609060101010101"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7C2BA57-902B-452E-AA30-A79B57B34ED6}" type="slidenum">
              <a:rPr lang="en-US"/>
            </a:fld>
            <a:r>
              <a:rPr lang="zh-CN"/>
              <a:t> </a:t>
            </a:r>
            <a:r>
              <a:rPr lang="en-US"/>
              <a:t>&gt;</a:t>
            </a:r>
            <a:endParaRPr lang="zh-CN"/>
          </a:p>
        </p:txBody>
      </p:sp>
      <p:pic>
        <p:nvPicPr>
          <p:cNvPr id="4" name="图片 3"/>
          <p:cNvPicPr>
            <a:picLocks noChangeAspect="1"/>
          </p:cNvPicPr>
          <p:nvPr/>
        </p:nvPicPr>
        <p:blipFill>
          <a:blip r:embed="rId2"/>
          <a:srcRect l="7706" t="22547" r="12966" b="26168"/>
          <a:stretch>
            <a:fillRect/>
          </a:stretch>
        </p:blipFill>
        <p:spPr>
          <a:xfrm>
            <a:off x="10704195" y="303530"/>
            <a:ext cx="1379220" cy="557530"/>
          </a:xfrm>
          <a:prstGeom prst="rect">
            <a:avLst/>
          </a:prstGeom>
        </p:spPr>
      </p:pic>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47B69AE-EDA0-4633-BEA3-705F56ED8665}"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EF293D4-8504-4290-AB01-8C8AB7DE403C}"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761DC25-A648-4644-9F28-B83345042155}"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65481201-FF10-4723-BE6A-A82B5159BF27}"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cSld name="全空白">
    <p:spTree>
      <p:nvGrpSpPr>
        <p:cNvPr id="1" name=""/>
        <p:cNvGrpSpPr/>
        <p:nvPr/>
      </p:nvGrpSpPr>
      <p:grpSpPr>
        <a:xfrm>
          <a:off x="0" y="0"/>
          <a:ext cx="0" cy="0"/>
          <a:chOff x="0" y="0"/>
          <a:chExt cx="0" cy="0"/>
        </a:xfrm>
      </p:grpSpPr>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1CEED02-AFF9-4253-BBC4-6408DBD47742}"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6FF229B-0512-4558-A7F3-2A207F34A8D6}"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AA982D7-7298-4CCC-9CC7-03CC9ADD9561}"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02C4C8C-ECF4-40F7-B95A-D7FB2CA69D20}"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A43E9EA-79C9-49D9-B1FC-901B737A307C}"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4D16AAB6-7A58-4858-8CB7-B359B5EA6F57}"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BCB5380-AE65-46B2-A158-08184CD2661A}"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5138FAC-E111-446D-B4A6-746C18F2584F}"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grpSp>
        <p:nvGrpSpPr>
          <p:cNvPr id="5" name="组合 4"/>
          <p:cNvGrpSpPr/>
          <p:nvPr/>
        </p:nvGrpSpPr>
        <p:grpSpPr>
          <a:xfrm flipV="1">
            <a:off x="0" y="6487888"/>
            <a:ext cx="12192000" cy="370112"/>
            <a:chOff x="0" y="-40730"/>
            <a:chExt cx="12192000" cy="370112"/>
          </a:xfrm>
        </p:grpSpPr>
        <p:sp>
          <p:nvSpPr>
            <p:cNvPr id="6" name="矩形 5"/>
            <p:cNvSpPr/>
            <p:nvPr/>
          </p:nvSpPr>
          <p:spPr>
            <a:xfrm>
              <a:off x="0" y="-40730"/>
              <a:ext cx="12192000" cy="370112"/>
            </a:xfrm>
            <a:prstGeom prst="rect">
              <a:avLst/>
            </a:prstGeom>
            <a:solidFill>
              <a:schemeClr val="bg1">
                <a:lumMod val="85000"/>
              </a:schemeClr>
            </a:solidFill>
            <a:ln>
              <a:noFill/>
            </a:ln>
          </p:spPr>
          <p:txBody>
            <a:bodyPr anchor="ctr"/>
            <a:lstStyle/>
            <a:p>
              <a:pPr algn="ctr"/>
              <a:endParaRPr lang="zh-CN">
                <a:solidFill>
                  <a:schemeClr val="lt1"/>
                </a:solidFill>
              </a:endParaRPr>
            </a:p>
          </p:txBody>
        </p:sp>
        <p:sp>
          <p:nvSpPr>
            <p:cNvPr id="7" name="矩形 6"/>
            <p:cNvSpPr/>
            <p:nvPr/>
          </p:nvSpPr>
          <p:spPr>
            <a:xfrm>
              <a:off x="0" y="-40730"/>
              <a:ext cx="12192000" cy="285614"/>
            </a:xfrm>
            <a:prstGeom prst="rect">
              <a:avLst/>
            </a:prstGeom>
            <a:solidFill>
              <a:schemeClr val="accent1"/>
            </a:solidFill>
            <a:ln>
              <a:noFill/>
            </a:ln>
          </p:spPr>
          <p:txBody>
            <a:bodyPr anchor="ctr"/>
            <a:lstStyle/>
            <a:p>
              <a:pPr algn="ctr"/>
              <a:endParaRPr lang="zh-CN">
                <a:solidFill>
                  <a:schemeClr val="lt1"/>
                </a:solidFill>
              </a:endParaRPr>
            </a:p>
          </p:txBody>
        </p:sp>
      </p:grpSp>
      <p:cxnSp>
        <p:nvCxnSpPr>
          <p:cNvPr id="95" name="直接连接符 94"/>
          <p:cNvCxnSpPr/>
          <p:nvPr/>
        </p:nvCxnSpPr>
        <p:spPr>
          <a:xfrm>
            <a:off x="0" y="384465"/>
            <a:ext cx="9407471" cy="0"/>
          </a:xfrm>
          <a:prstGeom prst="line">
            <a:avLst/>
          </a:prstGeom>
          <a:ln w="6350">
            <a:solidFill>
              <a:schemeClr val="bg1">
                <a:lumMod val="85000"/>
              </a:schemeClr>
            </a:solidFill>
            <a:prstDash val="solid"/>
            <a:miter/>
          </a:ln>
        </p:spPr>
      </p:cxnSp>
      <p:sp>
        <p:nvSpPr>
          <p:cNvPr id="96" name="菱形 95"/>
          <p:cNvSpPr/>
          <p:nvPr/>
        </p:nvSpPr>
        <p:spPr>
          <a:xfrm>
            <a:off x="600451" y="674997"/>
            <a:ext cx="372167" cy="372166"/>
          </a:xfrm>
          <a:prstGeom prst="diamond">
            <a:avLst/>
          </a:prstGeom>
          <a:solidFill>
            <a:schemeClr val="bg1">
              <a:lumMod val="85000"/>
            </a:schemeClr>
          </a:solidFill>
          <a:ln w="19050">
            <a:solidFill>
              <a:schemeClr val="accent1"/>
            </a:solidFill>
            <a:prstDash val="solid"/>
            <a:miter/>
          </a:ln>
        </p:spPr>
        <p:txBody>
          <a:bodyPr anchor="ctr"/>
          <a:lstStyle/>
          <a:p>
            <a:pPr algn="ctr"/>
            <a:endParaRPr lang="zh-CN">
              <a:solidFill>
                <a:schemeClr val="lt1"/>
              </a:solidFill>
            </a:endParaRPr>
          </a:p>
        </p:txBody>
      </p:sp>
      <p:sp>
        <p:nvSpPr>
          <p:cNvPr id="97" name="菱形 96"/>
          <p:cNvSpPr/>
          <p:nvPr/>
        </p:nvSpPr>
        <p:spPr>
          <a:xfrm>
            <a:off x="356797" y="617427"/>
            <a:ext cx="487308" cy="487307"/>
          </a:xfrm>
          <a:prstGeom prst="diamond">
            <a:avLst/>
          </a:prstGeom>
          <a:solidFill>
            <a:schemeClr val="accent1"/>
          </a:solidFill>
          <a:ln w="12700">
            <a:solidFill>
              <a:schemeClr val="accent1"/>
            </a:solidFill>
            <a:prstDash val="solid"/>
            <a:miter/>
          </a:ln>
        </p:spPr>
        <p:txBody>
          <a:bodyPr anchor="ctr"/>
          <a:lstStyle/>
          <a:p>
            <a:pPr algn="ctr"/>
            <a:endParaRPr lang="zh-CN">
              <a:solidFill>
                <a:schemeClr val="lt1"/>
              </a:solidFill>
            </a:endParaRPr>
          </a:p>
        </p:txBody>
      </p:sp>
      <p:sp>
        <p:nvSpPr>
          <p:cNvPr id="3" name="内容占位符 2"/>
          <p:cNvSpPr>
            <a:spLocks noGrp="1"/>
          </p:cNvSpPr>
          <p:nvPr>
            <p:ph idx="10" hasCustomPrompt="1"/>
          </p:nvPr>
        </p:nvSpPr>
        <p:spPr>
          <a:xfrm>
            <a:off x="1077913" y="662533"/>
            <a:ext cx="5685026" cy="442201"/>
          </a:xfrm>
          <a:prstGeom prst="rect">
            <a:avLst/>
          </a:prstGeom>
        </p:spPr>
        <p:txBody>
          <a:bodyPr/>
          <a:lstStyle>
            <a:lvl1pPr marL="0" lvl="0" indent="0">
              <a:buNone/>
              <a:defRPr b="1">
                <a:solidFill>
                  <a:schemeClr val="accent1"/>
                </a:solidFill>
                <a:latin typeface="思源黑体 CN Bold"/>
                <a:ea typeface="思源黑体 CN Bold"/>
              </a:defRPr>
            </a:lvl1pPr>
            <a:lvl2pPr marL="457200" lvl="1" indent="0">
              <a:buNone/>
              <a:defRPr b="1">
                <a:solidFill>
                  <a:schemeClr val="accent1"/>
                </a:solidFill>
                <a:latin typeface="思源黑体 CN Bold"/>
                <a:ea typeface="思源黑体 CN Bold"/>
              </a:defRPr>
            </a:lvl2pPr>
          </a:lstStyle>
          <a:p>
            <a:pPr lvl="0"/>
            <a:r>
              <a:rPr lang="zh-CN"/>
              <a:t>编辑母版文本样式</a:t>
            </a:r>
            <a:endParaRPr lang="zh-CN"/>
          </a:p>
        </p:txBody>
      </p:sp>
      <p:pic>
        <p:nvPicPr>
          <p:cNvPr id="4" name="图片 3"/>
          <p:cNvPicPr>
            <a:picLocks noChangeAspect="1"/>
          </p:cNvPicPr>
          <p:nvPr/>
        </p:nvPicPr>
        <p:blipFill>
          <a:blip r:embed="rId2"/>
          <a:stretch>
            <a:fillRect/>
          </a:stretch>
        </p:blipFill>
        <p:spPr>
          <a:xfrm>
            <a:off x="9580318" y="111455"/>
            <a:ext cx="2498873" cy="575626"/>
          </a:xfrm>
          <a:prstGeom prst="rect">
            <a:avLst/>
          </a:prstGeom>
        </p:spPr>
      </p:pic>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cSld name="内容页-标题">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3D876B80-0738-4500-83D0-A44CA3CE1CEC}" type="slidenum">
              <a:rPr lang="en-US"/>
            </a:fld>
            <a:r>
              <a:rPr lang="zh-CN"/>
              <a:t> </a:t>
            </a:r>
            <a:r>
              <a:rPr lang="en-US"/>
              <a:t>&gt;</a:t>
            </a:r>
            <a:endParaRPr lang="zh-CN"/>
          </a:p>
        </p:txBody>
      </p:sp>
      <p:sp>
        <p:nvSpPr>
          <p:cNvPr id="63" name="文本框 62"/>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3" name="图片 2"/>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cSld name="内容页-标题&amp;副标题">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1E026B6-0A03-4A62-92FA-3008516EAE59}"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cSld name="内容页-上下横线">
    <p:spTree>
      <p:nvGrpSpPr>
        <p:cNvPr id="1" name=""/>
        <p:cNvGrpSpPr/>
        <p:nvPr/>
      </p:nvGrpSpPr>
      <p:grpSpPr>
        <a:xfrm>
          <a:off x="0" y="0"/>
          <a:ext cx="0" cy="0"/>
          <a:chOff x="0" y="0"/>
          <a:chExt cx="0" cy="0"/>
        </a:xfrm>
      </p:grpSpPr>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9ED92386-7C2E-4768-9E63-B620CA283BA0}" type="slidenum">
              <a:rPr lang="en-US"/>
            </a:fld>
            <a:r>
              <a:rPr lang="zh-CN"/>
              <a:t> </a:t>
            </a:r>
            <a:r>
              <a:rPr lang="en-US"/>
              <a:t>&gt;</a:t>
            </a:r>
            <a:endParaRPr lang="zh-CN"/>
          </a:p>
        </p:txBody>
      </p:sp>
      <p:cxnSp>
        <p:nvCxnSpPr>
          <p:cNvPr id="71" name="直接连接符 70"/>
          <p:cNvCxnSpPr/>
          <p:nvPr/>
        </p:nvCxnSpPr>
        <p:spPr>
          <a:xfrm>
            <a:off x="745067" y="868363"/>
            <a:ext cx="11008783" cy="0"/>
          </a:xfrm>
          <a:prstGeom prst="line">
            <a:avLst/>
          </a:prstGeom>
          <a:ln w="6350">
            <a:solidFill>
              <a:schemeClr val="tx1">
                <a:lumMod val="75000"/>
                <a:lumOff val="25000"/>
              </a:schemeClr>
            </a:solidFill>
            <a:prstDash val="solid"/>
            <a:miter/>
          </a:ln>
        </p:spPr>
      </p:cxnSp>
      <p:cxnSp>
        <p:nvCxnSpPr>
          <p:cNvPr id="65" name="直接连接符 64"/>
          <p:cNvCxnSpPr/>
          <p:nvPr/>
        </p:nvCxnSpPr>
        <p:spPr>
          <a:xfrm>
            <a:off x="528706" y="867990"/>
            <a:ext cx="589713" cy="0"/>
          </a:xfrm>
          <a:prstGeom prst="line">
            <a:avLst/>
          </a:prstGeom>
          <a:ln w="38100">
            <a:solidFill>
              <a:srgbClr val="005BAC"/>
            </a:solidFill>
            <a:prstDash val="solid"/>
            <a:miter/>
          </a:ln>
        </p:spPr>
      </p:cxnSp>
      <p:sp>
        <p:nvSpPr>
          <p:cNvPr id="124"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cSld name="内容页-上短下长">
    <p:spTree>
      <p:nvGrpSpPr>
        <p:cNvPr id="1" name=""/>
        <p:cNvGrpSpPr/>
        <p:nvPr/>
      </p:nvGrpSpPr>
      <p:grpSpPr>
        <a:xfrm>
          <a:off x="0" y="0"/>
          <a:ext cx="0" cy="0"/>
          <a:chOff x="0" y="0"/>
          <a:chExt cx="0" cy="0"/>
        </a:xfrm>
      </p:grpSpPr>
      <p:grpSp>
        <p:nvGrpSpPr>
          <p:cNvPr id="63" name="组合 62"/>
          <p:cNvGrpSpPr/>
          <p:nvPr/>
        </p:nvGrpSpPr>
        <p:grpSpPr>
          <a:xfrm>
            <a:off x="528706" y="867990"/>
            <a:ext cx="2433027" cy="0"/>
            <a:chOff x="7460343" y="1311756"/>
            <a:chExt cx="2433027" cy="0"/>
          </a:xfrm>
        </p:grpSpPr>
        <p:cxnSp>
          <p:nvCxnSpPr>
            <p:cNvPr id="64" name="直接连接符 63"/>
            <p:cNvCxnSpPr/>
            <p:nvPr/>
          </p:nvCxnSpPr>
          <p:spPr>
            <a:xfrm>
              <a:off x="7460343" y="1311756"/>
              <a:ext cx="2433027" cy="0"/>
            </a:xfrm>
            <a:prstGeom prst="line">
              <a:avLst/>
            </a:prstGeom>
            <a:ln w="6350">
              <a:solidFill>
                <a:srgbClr val="005BAC"/>
              </a:solidFill>
              <a:prstDash val="solid"/>
              <a:miter/>
            </a:ln>
          </p:spPr>
        </p:cxnSp>
        <p:cxnSp>
          <p:nvCxnSpPr>
            <p:cNvPr id="65" name="直接连接符 64"/>
            <p:cNvCxnSpPr/>
            <p:nvPr/>
          </p:nvCxnSpPr>
          <p:spPr>
            <a:xfrm>
              <a:off x="7460343" y="1311756"/>
              <a:ext cx="589713" cy="0"/>
            </a:xfrm>
            <a:prstGeom prst="line">
              <a:avLst/>
            </a:prstGeom>
            <a:ln w="38100">
              <a:solidFill>
                <a:srgbClr val="005BAC"/>
              </a:solidFill>
              <a:prstDash val="solid"/>
              <a:miter/>
            </a:ln>
          </p:spPr>
        </p:cxnSp>
      </p:grpSp>
      <p:cxnSp>
        <p:nvCxnSpPr>
          <p:cNvPr id="122" name="直接连接符 121"/>
          <p:cNvCxnSpPr/>
          <p:nvPr/>
        </p:nvCxnSpPr>
        <p:spPr>
          <a:xfrm>
            <a:off x="438150" y="6381750"/>
            <a:ext cx="11315700" cy="0"/>
          </a:xfrm>
          <a:prstGeom prst="line">
            <a:avLst/>
          </a:prstGeom>
          <a:ln w="6350">
            <a:solidFill>
              <a:schemeClr val="tx1">
                <a:lumMod val="75000"/>
                <a:lumOff val="25000"/>
              </a:schemeClr>
            </a:solidFill>
            <a:prstDash val="solid"/>
            <a:miter/>
          </a:ln>
        </p:spPr>
      </p:cxnSp>
      <p:sp>
        <p:nvSpPr>
          <p:cNvPr id="123"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7C8148C4-F068-4465-B17A-8292FE164780}" type="slidenum">
              <a:rPr lang="en-US"/>
            </a:fld>
            <a:r>
              <a:rPr lang="zh-CN"/>
              <a:t> </a:t>
            </a:r>
            <a:r>
              <a:rPr lang="en-US"/>
              <a:t>&gt;</a:t>
            </a:r>
            <a:endParaRPr lang="zh-CN"/>
          </a:p>
        </p:txBody>
      </p:sp>
      <p:sp>
        <p:nvSpPr>
          <p:cNvPr id="125"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124" name="图片 123"/>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cSld name="内容页-仅logo">
    <p:spTree>
      <p:nvGrpSpPr>
        <p:cNvPr id="1" name=""/>
        <p:cNvGrpSpPr/>
        <p:nvPr/>
      </p:nvGrpSpPr>
      <p:grpSpPr>
        <a:xfrm>
          <a:off x="0" y="0"/>
          <a:ext cx="0" cy="0"/>
          <a:chOff x="0" y="0"/>
          <a:chExt cx="0" cy="0"/>
        </a:xfrm>
      </p:grpSpPr>
      <p:sp>
        <p:nvSpPr>
          <p:cNvPr id="57"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A714542-4E00-4527-B9D4-45564F2F3A43}" type="slidenum">
              <a:rPr lang="en-US"/>
            </a:fld>
            <a:r>
              <a:rPr lang="zh-CN"/>
              <a:t> </a:t>
            </a:r>
            <a:r>
              <a:rPr lang="en-US"/>
              <a:t>&gt;</a:t>
            </a:r>
            <a:endParaRPr lang="zh-CN"/>
          </a:p>
        </p:txBody>
      </p:sp>
      <p:pic>
        <p:nvPicPr>
          <p:cNvPr id="58" name="图片 5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cSld name="图片占位1">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05D59F02-5272-4F27-A388-D01A9443C561}"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0" y="1432906"/>
            <a:ext cx="12192000" cy="2762250"/>
          </a:xfrm>
          <a:prstGeom prst="rect">
            <a:avLst/>
          </a:prstGeom>
        </p:spPr>
        <p:txBody>
          <a:bodyPr vert="horz" lIns="91440" tIns="45720" rIns="91440" bIns="45720" anchor="ctr">
            <a:normAutofit/>
          </a:bodyPr>
          <a:lstStyle>
            <a:lvl1pPr marL="0" lvl="0" indent="0">
              <a:buNone/>
              <a:defRPr lang="zh-CN"/>
            </a:lvl1pPr>
          </a:lstStyle>
          <a:p>
            <a:pPr lvl="0" algn="ctr"/>
            <a:r>
              <a:rPr lang="zh-CN"/>
              <a:t>单击此处修改图片</a:t>
            </a:r>
            <a:endParaRPr lang="zh-CN"/>
          </a:p>
        </p:txBody>
      </p:sp>
      <p:pic>
        <p:nvPicPr>
          <p:cNvPr id="65" name="图片 64"/>
          <p:cNvPicPr>
            <a:picLocks noChangeAspect="1"/>
          </p:cNvPicPr>
          <p:nvPr/>
        </p:nvPicPr>
        <p:blipFill>
          <a:blip r:embed="rId2"/>
          <a:stretch>
            <a:fillRect/>
          </a:stretch>
        </p:blipFill>
        <p:spPr>
          <a:xfrm>
            <a:off x="9801717" y="370397"/>
            <a:ext cx="2130154" cy="490690"/>
          </a:xfrm>
          <a:prstGeom prst="rect">
            <a:avLst/>
          </a:prstGeom>
        </p:spPr>
      </p:pic>
      <p:sp>
        <p:nvSpPr>
          <p:cNvPr id="66" name="文本框 65"/>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cSld name="图片占位2">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CB62A4E-47A7-4C56-838F-E8FAF2940072}" type="slidenum">
              <a:rPr lang="en-US"/>
            </a:fld>
            <a:r>
              <a:rPr lang="zh-CN"/>
              <a:t> </a:t>
            </a:r>
            <a:r>
              <a:rPr lang="en-US"/>
              <a:t>&gt;</a:t>
            </a:r>
            <a:endParaRPr lang="zh-CN"/>
          </a:p>
        </p:txBody>
      </p:sp>
      <p:sp>
        <p:nvSpPr>
          <p:cNvPr id="2" name="图片占位符 1"/>
          <p:cNvSpPr>
            <a:spLocks noGrp="1"/>
          </p:cNvSpPr>
          <p:nvPr>
            <p:ph type="pic" idx="10" hasCustomPrompt="1"/>
          </p:nvPr>
        </p:nvSpPr>
        <p:spPr>
          <a:xfrm>
            <a:off x="0" y="1196753"/>
            <a:ext cx="12192000" cy="3121152"/>
          </a:xfrm>
        </p:spPr>
        <p:txBody>
          <a:bodyPr anchor="ctr"/>
          <a:lstStyle>
            <a:lvl1pPr lvl="0" algn="ct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cSld name="图片占位3">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F09A55DC-D504-4184-9061-5B2CF29AD1ED}"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66" name="图片占位符 65"/>
          <p:cNvSpPr>
            <a:spLocks noGrp="1"/>
          </p:cNvSpPr>
          <p:nvPr>
            <p:ph type="pic" idx="11" hasCustomPrompt="1"/>
          </p:nvPr>
        </p:nvSpPr>
        <p:spPr>
          <a:xfrm>
            <a:off x="4452445" y="1999139"/>
            <a:ext cx="3287111" cy="3287111"/>
          </a:xfrm>
          <a:custGeom>
            <a:avLst/>
            <a:gdLst/>
            <a:ahLst/>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lstStyle>
            <a:lvl1pPr lvl="0" algn="ctr"/>
          </a:lstStyle>
          <a:p>
            <a:r>
              <a:rPr lang="zh-CN"/>
              <a:t>点击此处修改图片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7" name="图片 66"/>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E083B25D-73D5-4F3E-9945-AF29B6887B68}" type="slidenum">
              <a:rPr lang="en-US"/>
            </a:fld>
            <a:r>
              <a:rPr lang="zh-CN"/>
              <a:t> </a:t>
            </a:r>
            <a:r>
              <a:rPr lang="en-US"/>
              <a:t>&gt;</a:t>
            </a:r>
            <a:endParaRPr lang="zh-CN"/>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lvl="0" indent="-228600" algn="ctr" defTabSz="914400">
              <a:lnSpc>
                <a:spcPct val="90000"/>
              </a:lnSpc>
              <a:spcBef>
                <a:spcPts val="1000"/>
              </a:spcBef>
              <a:buFont typeface="Arial" panose="020B0604020202020204" pitchFamily="34" charset="0"/>
              <a:buChar char="•"/>
              <a:defRPr lang="zh-CN" sz="2800" kern="1200">
                <a:solidFill>
                  <a:schemeClr val="tx1"/>
                </a:solidFill>
                <a:latin typeface="微软雅黑" panose="020B0503020204020204" charset="-122"/>
                <a:ea typeface="微软雅黑" panose="020B0503020204020204" charset="-122"/>
              </a:defRPr>
            </a:lvl1pPr>
          </a:lstStyle>
          <a:p>
            <a:r>
              <a:rPr lang="zh-CN"/>
              <a:t>单击此处修改图片</a:t>
            </a:r>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1DFEA1F4-B9FD-4305-972A-57160EC644F7}" type="slidenum">
              <a:rPr lang="en-US"/>
            </a:fld>
            <a:r>
              <a:rPr lang="zh-CN"/>
              <a:t> </a:t>
            </a:r>
            <a:r>
              <a:rPr lang="en-US"/>
              <a:t>&gt;</a:t>
            </a:r>
            <a:endParaRPr lang="zh-CN"/>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3" name="图片占位符 2"/>
          <p:cNvSpPr>
            <a:spLocks noGrp="1"/>
          </p:cNvSpPr>
          <p:nvPr>
            <p:ph type="pic" idx="11" hasCustomPrompt="1"/>
          </p:nvPr>
        </p:nvSpPr>
        <p:spPr>
          <a:xfrm>
            <a:off x="3741006" y="1396022"/>
            <a:ext cx="1951941"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4" name="图片占位符 3"/>
          <p:cNvSpPr>
            <a:spLocks noGrp="1"/>
          </p:cNvSpPr>
          <p:nvPr>
            <p:ph type="pic" idx="12" hasCustomPrompt="1"/>
          </p:nvPr>
        </p:nvSpPr>
        <p:spPr>
          <a:xfrm>
            <a:off x="6495686" y="1396022"/>
            <a:ext cx="1957818" cy="1957818"/>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5" name="图片占位符 4"/>
          <p:cNvSpPr>
            <a:spLocks noGrp="1"/>
          </p:cNvSpPr>
          <p:nvPr>
            <p:ph type="pic" idx="13" hasCustomPrompt="1"/>
          </p:nvPr>
        </p:nvSpPr>
        <p:spPr>
          <a:xfrm>
            <a:off x="9256243" y="1396022"/>
            <a:ext cx="1957820" cy="1957820"/>
          </a:xfrm>
          <a:prstGeom prst="rect">
            <a:avLst/>
          </a:prstGeom>
        </p:spPr>
        <p:txBody>
          <a:bodyPr vert="horz" lIns="91440" tIns="45720" rIns="91440" bIns="45720" anchor="ctr">
            <a:normAutofit/>
          </a:bodyPr>
          <a:lstStyle>
            <a:lvl1pPr lvl="0">
              <a:defRPr lang="zh-CN" sz="2000"/>
            </a:lvl1pPr>
          </a:lstStyle>
          <a:p>
            <a:pPr lvl="0" algn="ctr"/>
            <a:r>
              <a:rPr lang="zh-CN"/>
              <a:t>单击修改图片</a:t>
            </a:r>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cSld name="图片占位6">
    <p:spTree>
      <p:nvGrpSpPr>
        <p:cNvPr id="1" name=""/>
        <p:cNvGrpSpPr/>
        <p:nvPr/>
      </p:nvGrpSpPr>
      <p:grpSpPr>
        <a:xfrm>
          <a:off x="0" y="0"/>
          <a:ext cx="0" cy="0"/>
          <a:chOff x="0" y="0"/>
          <a:chExt cx="0" cy="0"/>
        </a:xfrm>
      </p:grpSpPr>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829731E2-5558-4D3F-8D17-6870D93B60A1}" type="slidenum">
              <a:rPr lang="en-US"/>
            </a:fld>
            <a:r>
              <a:rPr lang="zh-CN"/>
              <a:t> </a:t>
            </a:r>
            <a:r>
              <a:rPr lang="en-US"/>
              <a:t>&gt;</a:t>
            </a:r>
            <a:endParaRPr lang="zh-CN"/>
          </a:p>
        </p:txBody>
      </p:sp>
      <p:sp>
        <p:nvSpPr>
          <p:cNvPr id="63"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sp>
        <p:nvSpPr>
          <p:cNvPr id="3" name="文本占位符 2"/>
          <p:cNvSpPr>
            <a:spLocks noGrp="1"/>
          </p:cNvSpPr>
          <p:nvPr>
            <p:ph type="body" idx="10" hasCustomPrompt="1"/>
          </p:nvPr>
        </p:nvSpPr>
        <p:spPr>
          <a:xfrm>
            <a:off x="442913" y="944610"/>
            <a:ext cx="9056687" cy="381629"/>
          </a:xfrm>
        </p:spPr>
        <p:txBody>
          <a:bodyPr vert="horz" lIns="91440" tIns="45720" rIns="91440" bIns="45720" anchor="ctr">
            <a:normAutofit/>
          </a:bodyPr>
          <a:lstStyle>
            <a:lvl1pPr lvl="0">
              <a:defRPr lang="zh-CN" sz="2000" b="1">
                <a:solidFill>
                  <a:schemeClr val="tx1">
                    <a:lumMod val="75000"/>
                    <a:lumOff val="25000"/>
                  </a:schemeClr>
                </a:solidFill>
              </a:defRPr>
            </a:lvl1pPr>
          </a:lstStyle>
          <a:p>
            <a:pPr marL="342900" lvl="0" indent="-342900">
              <a:spcBef>
                <a:spcPct val="0"/>
              </a:spcBef>
              <a:spcAft>
                <a:spcPts val="0"/>
              </a:spcAft>
              <a:buClrTx/>
              <a:buSzTx/>
            </a:pPr>
            <a:r>
              <a:rPr lang="zh-CN"/>
              <a:t>单击此处输入本页的结论单击此处输入本页的结论单击此处输入本页的结论</a:t>
            </a:r>
            <a:endParaRPr lang="zh-CN"/>
          </a:p>
        </p:txBody>
      </p:sp>
      <p:sp>
        <p:nvSpPr>
          <p:cNvPr id="2" name="图片占位符 1"/>
          <p:cNvSpPr>
            <a:spLocks noGrp="1"/>
          </p:cNvSpPr>
          <p:nvPr>
            <p:ph type="pic" idx="11" hasCustomPrompt="1"/>
          </p:nvPr>
        </p:nvSpPr>
        <p:spPr>
          <a:xfrm>
            <a:off x="6291124" y="1821181"/>
            <a:ext cx="3733535" cy="3733535"/>
          </a:xfrm>
          <a:prstGeom prst="rect">
            <a:avLst/>
          </a:prstGeom>
        </p:spPr>
        <p:txBody>
          <a:bodyPr vert="horz" lIns="91440" tIns="45720" rIns="91440" bIns="45720" anchor="ctr">
            <a:normAutofit/>
          </a:bodyPr>
          <a:lstStyle>
            <a:lvl1pPr lvl="0">
              <a:defRPr lang="zh-CN"/>
            </a:lvl1pPr>
          </a:lstStyle>
          <a:p>
            <a:pPr lvl="0" algn="ctr"/>
            <a:r>
              <a:rPr lang="zh-CN"/>
              <a:t>单击此处修改图片</a:t>
            </a:r>
            <a:endParaRPr lang="zh-CN"/>
          </a:p>
        </p:txBody>
      </p:sp>
      <p:sp>
        <p:nvSpPr>
          <p:cNvPr id="65" name="文本框 64"/>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6" name="图片 65"/>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BF358736-C50C-46FA-82C5-2D814EDB0A6C}" type="slidenum">
              <a:rPr lang="en-US"/>
            </a:fld>
            <a:r>
              <a:rPr lang="zh-CN"/>
              <a:t> </a:t>
            </a:r>
            <a:r>
              <a:rPr lang="en-US"/>
              <a:t>&gt;</a:t>
            </a:r>
            <a:endParaRPr lang="zh-CN"/>
          </a:p>
        </p:txBody>
      </p:sp>
      <p:sp>
        <p:nvSpPr>
          <p:cNvPr id="2" name="图片占位符 1"/>
          <p:cNvSpPr>
            <a:spLocks noGrp="1"/>
          </p:cNvSpPr>
          <p:nvPr>
            <p:ph type="pic" idx="10"/>
          </p:nvPr>
        </p:nvSpPr>
        <p:spPr>
          <a:xfrm>
            <a:off x="2546350" y="1186670"/>
            <a:ext cx="6170930" cy="2242330"/>
          </a:xfrm>
        </p:spPr>
        <p:txBody>
          <a:bodyPr/>
          <a:lstStyle/>
          <a:p>
            <a:endParaRPr lang="zh-CN"/>
          </a:p>
        </p:txBody>
      </p:sp>
      <p:sp>
        <p:nvSpPr>
          <p:cNvPr id="3" name="图片占位符 2"/>
          <p:cNvSpPr>
            <a:spLocks noGrp="1"/>
          </p:cNvSpPr>
          <p:nvPr>
            <p:ph type="pic" idx="11"/>
          </p:nvPr>
        </p:nvSpPr>
        <p:spPr>
          <a:xfrm>
            <a:off x="2546350" y="3551651"/>
            <a:ext cx="3022600" cy="2401016"/>
          </a:xfrm>
          <a:prstGeom prst="rect">
            <a:avLst/>
          </a:prstGeom>
        </p:spPr>
        <p:txBody>
          <a:bodyPr/>
          <a:lstStyle/>
          <a:p>
            <a:endParaRPr lang="zh-CN"/>
          </a:p>
        </p:txBody>
      </p:sp>
      <p:sp>
        <p:nvSpPr>
          <p:cNvPr id="4" name="图片占位符 3"/>
          <p:cNvSpPr>
            <a:spLocks noGrp="1"/>
          </p:cNvSpPr>
          <p:nvPr>
            <p:ph type="pic" idx="12"/>
          </p:nvPr>
        </p:nvSpPr>
        <p:spPr>
          <a:xfrm>
            <a:off x="5693412" y="3550560"/>
            <a:ext cx="3023869" cy="2403201"/>
          </a:xfrm>
          <a:prstGeom prst="rect">
            <a:avLst/>
          </a:prstGeom>
        </p:spPr>
        <p:txBody>
          <a:bodyPr/>
          <a:lstStyle/>
          <a:p>
            <a:endParaRPr lang="zh-CN"/>
          </a:p>
        </p:txBody>
      </p:sp>
      <p:sp>
        <p:nvSpPr>
          <p:cNvPr id="5" name="图片占位符 4"/>
          <p:cNvSpPr>
            <a:spLocks noGrp="1"/>
          </p:cNvSpPr>
          <p:nvPr>
            <p:ph type="pic" idx="13"/>
          </p:nvPr>
        </p:nvSpPr>
        <p:spPr>
          <a:xfrm>
            <a:off x="8839200" y="1186670"/>
            <a:ext cx="2499360" cy="4767090"/>
          </a:xfrm>
          <a:prstGeom prst="rect">
            <a:avLst/>
          </a:prstGeom>
        </p:spPr>
        <p:txBody>
          <a:bodyPr/>
          <a:lstStyle/>
          <a:p>
            <a:endParaRPr lang="zh-CN"/>
          </a:p>
        </p:txBody>
      </p:sp>
      <p:sp>
        <p:nvSpPr>
          <p:cNvPr id="67" name="文本框 66"/>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8" name="图片 67"/>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p:spPr>
        <p:txBody>
          <a:bodyPr>
            <a:normAutofit/>
          </a:bodyPr>
          <a:lstStyle>
            <a:lvl1pPr lvl="0" algn="l" defTabSz="914400">
              <a:lnSpc>
                <a:spcPct val="90000"/>
              </a:lnSpc>
              <a:spcBef>
                <a:spcPct val="0"/>
              </a:spcBef>
              <a:buNone/>
              <a:defRPr lang="zh-CN" sz="2400" b="1" kern="1200" baseline="0">
                <a:solidFill>
                  <a:srgbClr val="005BAC"/>
                </a:solidFill>
                <a:latin typeface="Arial" panose="020B0604020202020204"/>
                <a:ea typeface="微软雅黑" panose="020B0503020204020204" charset="-122"/>
              </a:defRPr>
            </a:lvl1pPr>
          </a:lstStyle>
          <a:p>
            <a:r>
              <a:rPr lang="en-US"/>
              <a:t>X.X  </a:t>
            </a:r>
            <a:r>
              <a:rPr lang="zh-CN"/>
              <a:t>单击此处输入标题</a:t>
            </a:r>
            <a:endParaRPr lang="zh-CN"/>
          </a:p>
        </p:txBody>
      </p:sp>
      <p:grpSp>
        <p:nvGrpSpPr>
          <p:cNvPr id="177" name="组合 176"/>
          <p:cNvGrpSpPr/>
          <p:nvPr/>
        </p:nvGrpSpPr>
        <p:grpSpPr>
          <a:xfrm>
            <a:off x="528706" y="867990"/>
            <a:ext cx="2433027" cy="0"/>
            <a:chOff x="7460343" y="1311756"/>
            <a:chExt cx="2433027" cy="0"/>
          </a:xfrm>
        </p:grpSpPr>
        <p:cxnSp>
          <p:nvCxnSpPr>
            <p:cNvPr id="178" name="直接连接符 177"/>
            <p:cNvCxnSpPr/>
            <p:nvPr/>
          </p:nvCxnSpPr>
          <p:spPr>
            <a:xfrm>
              <a:off x="7460343" y="1311756"/>
              <a:ext cx="2433027" cy="0"/>
            </a:xfrm>
            <a:prstGeom prst="line">
              <a:avLst/>
            </a:prstGeom>
            <a:ln w="6350">
              <a:solidFill>
                <a:srgbClr val="005BAC"/>
              </a:solidFill>
              <a:prstDash val="solid"/>
              <a:miter/>
            </a:ln>
          </p:spPr>
        </p:cxnSp>
        <p:cxnSp>
          <p:nvCxnSpPr>
            <p:cNvPr id="179" name="直接连接符 178"/>
            <p:cNvCxnSpPr/>
            <p:nvPr/>
          </p:nvCxnSpPr>
          <p:spPr>
            <a:xfrm>
              <a:off x="7460343" y="1311756"/>
              <a:ext cx="589713" cy="0"/>
            </a:xfrm>
            <a:prstGeom prst="line">
              <a:avLst/>
            </a:prstGeom>
            <a:ln w="38100">
              <a:solidFill>
                <a:srgbClr val="005BAC"/>
              </a:solidFill>
              <a:prstDash val="solid"/>
              <a:miter/>
            </a:ln>
          </p:spPr>
        </p:cxnSp>
      </p:grpSp>
      <p:sp>
        <p:nvSpPr>
          <p:cNvPr id="61" name="灯片编号占位符 8"/>
          <p:cNvSpPr>
            <a:spLocks noGrp="1"/>
          </p:cNvSpPr>
          <p:nvPr>
            <p:ph type="sldNum" idx="4"/>
          </p:nvPr>
        </p:nvSpPr>
        <p:spPr>
          <a:xfrm>
            <a:off x="9005791" y="6394353"/>
            <a:ext cx="2743200" cy="292196"/>
          </a:xfrm>
          <a:prstGeom prst="rect">
            <a:avLst/>
          </a:prstGeom>
        </p:spPr>
        <p:txBody>
          <a:bodyPr vert="horz" lIns="91440" tIns="45720" rIns="91440" bIns="45720" anchor="ctr"/>
          <a:lstStyle>
            <a:lvl1pPr lvl="0" algn="r">
              <a:defRPr sz="1200">
                <a:solidFill>
                  <a:schemeClr val="tx1">
                    <a:lumMod val="50000"/>
                    <a:lumOff val="50000"/>
                  </a:schemeClr>
                </a:solidFill>
              </a:defRPr>
            </a:lvl1pPr>
          </a:lstStyle>
          <a:p>
            <a:r>
              <a:rPr lang="en-US"/>
              <a:t>&lt; </a:t>
            </a:r>
            <a:fld id="{A3DFBE35-1F45-4CA1-9737-81B993D7C06A}" type="slidenum">
              <a:rPr lang="en-US"/>
            </a:fld>
            <a:r>
              <a:rPr lang="zh-CN"/>
              <a:t> </a:t>
            </a:r>
            <a:r>
              <a:rPr lang="en-US"/>
              <a:t>&gt;</a:t>
            </a:r>
            <a:endParaRPr lang="zh-CN"/>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p>
        </p:txBody>
      </p:sp>
      <p:sp>
        <p:nvSpPr>
          <p:cNvPr id="64" name="文本框 63"/>
          <p:cNvSpPr txBox="1"/>
          <p:nvPr/>
        </p:nvSpPr>
        <p:spPr>
          <a:xfrm>
            <a:off x="442913" y="6394353"/>
            <a:ext cx="1545907" cy="276999"/>
          </a:xfrm>
          <a:prstGeom prst="rect">
            <a:avLst/>
          </a:prstGeom>
          <a:noFill/>
        </p:spPr>
        <p:txBody>
          <a:bodyPr wrap="square">
            <a:spAutoFit/>
          </a:bodyPr>
          <a:lstStyle/>
          <a:p>
            <a:r>
              <a:rPr lang="zh-CN" sz="1200">
                <a:solidFill>
                  <a:schemeClr val="tx1">
                    <a:lumMod val="50000"/>
                    <a:lumOff val="50000"/>
                  </a:schemeClr>
                </a:solidFill>
              </a:rPr>
              <a:t>德才兼备 知行合一</a:t>
            </a:r>
            <a:endParaRPr lang="zh-CN" sz="1200">
              <a:solidFill>
                <a:schemeClr val="tx1">
                  <a:lumMod val="50000"/>
                  <a:lumOff val="50000"/>
                </a:schemeClr>
              </a:solidFill>
            </a:endParaRPr>
          </a:p>
        </p:txBody>
      </p:sp>
      <p:pic>
        <p:nvPicPr>
          <p:cNvPr id="65" name="图片 64"/>
          <p:cNvPicPr>
            <a:picLocks noChangeAspect="1"/>
          </p:cNvPicPr>
          <p:nvPr/>
        </p:nvPicPr>
        <p:blipFill>
          <a:blip r:embed="rId2"/>
          <a:stretch>
            <a:fillRect/>
          </a:stretch>
        </p:blipFill>
        <p:spPr>
          <a:xfrm>
            <a:off x="9955161" y="379902"/>
            <a:ext cx="2118852" cy="488087"/>
          </a:xfrm>
          <a:prstGeom prst="rect">
            <a:avLst/>
          </a:prstGeom>
        </p:spPr>
      </p:pic>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14EFCBF4-E61C-4371-A4BD-C5375F789C53}"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267B2DE6-3D85-46E2-9670-AA910ED8FF03}" type="slidenum">
              <a:rPr lang="en-US"/>
            </a:fld>
            <a:endParaRPr lang="zh-CN"/>
          </a:p>
        </p:txBody>
      </p:sp>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cSld name="1_空白">
    <p:spTree>
      <p:nvGrpSpPr>
        <p:cNvPr id="1" name=""/>
        <p:cNvGrpSpPr/>
        <p:nvPr/>
      </p:nvGrpSpPr>
      <p:grpSpPr>
        <a:xfrm>
          <a:off x="0" y="0"/>
          <a:ext cx="0" cy="0"/>
          <a:chOff x="0" y="0"/>
          <a:chExt cx="0" cy="0"/>
        </a:xfrm>
      </p:grpSpPr>
      <p:sp>
        <p:nvSpPr>
          <p:cNvPr id="2" name="日期占位符 1"/>
          <p:cNvSpPr>
            <a:spLocks noGrp="1"/>
          </p:cNvSpPr>
          <p:nvPr>
            <p:ph type="dt" idx="10"/>
          </p:nvPr>
        </p:nvSpPr>
        <p:spPr>
          <a:xfrm>
            <a:off x="838200" y="6356350"/>
            <a:ext cx="2743200" cy="365125"/>
          </a:xfrm>
        </p:spPr>
        <p:txBody>
          <a:bodyPr/>
          <a:lstStyle/>
          <a:p>
            <a:fld id="{56B4CED0-FE00-44A3-ABBE-28BDD1EC80B2}" type="datetimeFigureOut">
              <a:rPr lang="en-US"/>
            </a:fld>
            <a:endParaRPr lang="zh-CN"/>
          </a:p>
        </p:txBody>
      </p:sp>
      <p:sp>
        <p:nvSpPr>
          <p:cNvPr id="3" name="页脚占位符 2"/>
          <p:cNvSpPr>
            <a:spLocks noGrp="1"/>
          </p:cNvSpPr>
          <p:nvPr>
            <p:ph type="ftr" idx="11"/>
          </p:nvPr>
        </p:nvSpPr>
        <p:spPr>
          <a:xfrm>
            <a:off x="4038600" y="6356350"/>
            <a:ext cx="4114800" cy="365125"/>
          </a:xfrm>
        </p:spPr>
        <p:txBody>
          <a:bodyPr/>
          <a:lstStyle/>
          <a:p>
            <a:endParaRPr lang="zh-CN"/>
          </a:p>
        </p:txBody>
      </p:sp>
      <p:sp>
        <p:nvSpPr>
          <p:cNvPr id="4" name="灯片编号占位符 3"/>
          <p:cNvSpPr>
            <a:spLocks noGrp="1"/>
          </p:cNvSpPr>
          <p:nvPr>
            <p:ph type="sldNum" idx="12"/>
          </p:nvPr>
        </p:nvSpPr>
        <p:spPr>
          <a:xfrm>
            <a:off x="8610600" y="6356350"/>
            <a:ext cx="2743200" cy="365125"/>
          </a:xfrm>
        </p:spPr>
        <p:txBody>
          <a:bodyPr/>
          <a:lstStyle/>
          <a:p>
            <a:fld id="{CDAF9174-4C35-40FC-8B42-4341705DFE45}" type="slidenum">
              <a:rPr lang="en-US"/>
            </a:fld>
            <a:endParaRPr lang="zh-C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9" Type="http://schemas.openxmlformats.org/officeDocument/2006/relationships/theme" Target="../theme/theme1.xml"/><Relationship Id="rId68" Type="http://schemas.openxmlformats.org/officeDocument/2006/relationships/slideLayout" Target="../slideLayouts/slideLayout68.xml"/><Relationship Id="rId67" Type="http://schemas.openxmlformats.org/officeDocument/2006/relationships/slideLayout" Target="../slideLayouts/slideLayout67.xml"/><Relationship Id="rId66" Type="http://schemas.openxmlformats.org/officeDocument/2006/relationships/slideLayout" Target="../slideLayouts/slideLayout66.xml"/><Relationship Id="rId65" Type="http://schemas.openxmlformats.org/officeDocument/2006/relationships/slideLayout" Target="../slideLayouts/slideLayout65.xml"/><Relationship Id="rId64" Type="http://schemas.openxmlformats.org/officeDocument/2006/relationships/slideLayout" Target="../slideLayouts/slideLayout64.xml"/><Relationship Id="rId63" Type="http://schemas.openxmlformats.org/officeDocument/2006/relationships/slideLayout" Target="../slideLayouts/slideLayout63.xml"/><Relationship Id="rId62" Type="http://schemas.openxmlformats.org/officeDocument/2006/relationships/slideLayout" Target="../slideLayouts/slideLayout62.xml"/><Relationship Id="rId61" Type="http://schemas.openxmlformats.org/officeDocument/2006/relationships/slideLayout" Target="../slideLayouts/slideLayout61.xml"/><Relationship Id="rId60" Type="http://schemas.openxmlformats.org/officeDocument/2006/relationships/slideLayout" Target="../slideLayouts/slideLayout60.xml"/><Relationship Id="rId6" Type="http://schemas.openxmlformats.org/officeDocument/2006/relationships/slideLayout" Target="../slideLayouts/slideLayout6.xml"/><Relationship Id="rId59" Type="http://schemas.openxmlformats.org/officeDocument/2006/relationships/slideLayout" Target="../slideLayouts/slideLayout59.xml"/><Relationship Id="rId58" Type="http://schemas.openxmlformats.org/officeDocument/2006/relationships/slideLayout" Target="../slideLayouts/slideLayout58.xml"/><Relationship Id="rId57" Type="http://schemas.openxmlformats.org/officeDocument/2006/relationships/slideLayout" Target="../slideLayouts/slideLayout57.xml"/><Relationship Id="rId56" Type="http://schemas.openxmlformats.org/officeDocument/2006/relationships/slideLayout" Target="../slideLayouts/slideLayout56.xml"/><Relationship Id="rId55" Type="http://schemas.openxmlformats.org/officeDocument/2006/relationships/slideLayout" Target="../slideLayouts/slideLayout55.xml"/><Relationship Id="rId54" Type="http://schemas.openxmlformats.org/officeDocument/2006/relationships/slideLayout" Target="../slideLayouts/slideLayout54.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 Type="http://schemas.openxmlformats.org/officeDocument/2006/relationships/slideLayout" Target="../slideLayouts/slideLayout5.xml"/><Relationship Id="rId49" Type="http://schemas.openxmlformats.org/officeDocument/2006/relationships/slideLayout" Target="../slideLayouts/slideLayout4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0" Type="http://schemas.openxmlformats.org/officeDocument/2006/relationships/slideLayout" Target="../slideLayouts/slideLayout40.xml"/><Relationship Id="rId4" Type="http://schemas.openxmlformats.org/officeDocument/2006/relationships/slideLayout" Target="../slideLayouts/slideLayout4.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 Type="http://schemas.openxmlformats.org/officeDocument/2006/relationships/slideLayout" Target="../slideLayouts/slideLayout3.xml"/><Relationship Id="rId29" Type="http://schemas.openxmlformats.org/officeDocument/2006/relationships/slideLayout" Target="../slideLayouts/slideLayout29.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77.xml"/><Relationship Id="rId8" Type="http://schemas.openxmlformats.org/officeDocument/2006/relationships/slideLayout" Target="../slideLayouts/slideLayout76.xml"/><Relationship Id="rId7" Type="http://schemas.openxmlformats.org/officeDocument/2006/relationships/slideLayout" Target="../slideLayouts/slideLayout75.xml"/><Relationship Id="rId6" Type="http://schemas.openxmlformats.org/officeDocument/2006/relationships/slideLayout" Target="../slideLayouts/slideLayout74.xml"/><Relationship Id="rId5" Type="http://schemas.openxmlformats.org/officeDocument/2006/relationships/slideLayout" Target="../slideLayouts/slideLayout73.xml"/><Relationship Id="rId4" Type="http://schemas.openxmlformats.org/officeDocument/2006/relationships/slideLayout" Target="../slideLayouts/slideLayout72.xml"/><Relationship Id="rId3" Type="http://schemas.openxmlformats.org/officeDocument/2006/relationships/slideLayout" Target="../slideLayouts/slideLayout71.xml"/><Relationship Id="rId2" Type="http://schemas.openxmlformats.org/officeDocument/2006/relationships/slideLayout" Target="../slideLayouts/slideLayout70.xml"/><Relationship Id="rId18" Type="http://schemas.openxmlformats.org/officeDocument/2006/relationships/theme" Target="../theme/theme2.xml"/><Relationship Id="rId17" Type="http://schemas.openxmlformats.org/officeDocument/2006/relationships/slideLayout" Target="../slideLayouts/slideLayout85.xml"/><Relationship Id="rId16" Type="http://schemas.openxmlformats.org/officeDocument/2006/relationships/slideLayout" Target="../slideLayouts/slideLayout84.xml"/><Relationship Id="rId15" Type="http://schemas.openxmlformats.org/officeDocument/2006/relationships/slideLayout" Target="../slideLayouts/slideLayout83.xml"/><Relationship Id="rId14" Type="http://schemas.openxmlformats.org/officeDocument/2006/relationships/slideLayout" Target="../slideLayouts/slideLayout82.xml"/><Relationship Id="rId13" Type="http://schemas.openxmlformats.org/officeDocument/2006/relationships/slideLayout" Target="../slideLayouts/slideLayout81.xml"/><Relationship Id="rId12" Type="http://schemas.openxmlformats.org/officeDocument/2006/relationships/slideLayout" Target="../slideLayouts/slideLayout80.xml"/><Relationship Id="rId11" Type="http://schemas.openxmlformats.org/officeDocument/2006/relationships/slideLayout" Target="../slideLayouts/slideLayout79.xml"/><Relationship Id="rId10" Type="http://schemas.openxmlformats.org/officeDocument/2006/relationships/slideLayout" Target="../slideLayouts/slideLayout78.xml"/><Relationship Id="rId1" Type="http://schemas.openxmlformats.org/officeDocument/2006/relationships/slideLayout" Target="../slideLayouts/slideLayout6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94.xml"/><Relationship Id="rId8" Type="http://schemas.openxmlformats.org/officeDocument/2006/relationships/slideLayout" Target="../slideLayouts/slideLayout93.xml"/><Relationship Id="rId7" Type="http://schemas.openxmlformats.org/officeDocument/2006/relationships/slideLayout" Target="../slideLayouts/slideLayout92.xml"/><Relationship Id="rId68" Type="http://schemas.openxmlformats.org/officeDocument/2006/relationships/theme" Target="../theme/theme3.xml"/><Relationship Id="rId67" Type="http://schemas.openxmlformats.org/officeDocument/2006/relationships/slideLayout" Target="../slideLayouts/slideLayout152.xml"/><Relationship Id="rId66" Type="http://schemas.openxmlformats.org/officeDocument/2006/relationships/slideLayout" Target="../slideLayouts/slideLayout151.xml"/><Relationship Id="rId65" Type="http://schemas.openxmlformats.org/officeDocument/2006/relationships/slideLayout" Target="../slideLayouts/slideLayout150.xml"/><Relationship Id="rId64" Type="http://schemas.openxmlformats.org/officeDocument/2006/relationships/slideLayout" Target="../slideLayouts/slideLayout149.xml"/><Relationship Id="rId63" Type="http://schemas.openxmlformats.org/officeDocument/2006/relationships/slideLayout" Target="../slideLayouts/slideLayout148.xml"/><Relationship Id="rId62" Type="http://schemas.openxmlformats.org/officeDocument/2006/relationships/slideLayout" Target="../slideLayouts/slideLayout147.xml"/><Relationship Id="rId61" Type="http://schemas.openxmlformats.org/officeDocument/2006/relationships/slideLayout" Target="../slideLayouts/slideLayout146.xml"/><Relationship Id="rId60" Type="http://schemas.openxmlformats.org/officeDocument/2006/relationships/slideLayout" Target="../slideLayouts/slideLayout145.xml"/><Relationship Id="rId6" Type="http://schemas.openxmlformats.org/officeDocument/2006/relationships/slideLayout" Target="../slideLayouts/slideLayout91.xml"/><Relationship Id="rId59" Type="http://schemas.openxmlformats.org/officeDocument/2006/relationships/slideLayout" Target="../slideLayouts/slideLayout144.xml"/><Relationship Id="rId58" Type="http://schemas.openxmlformats.org/officeDocument/2006/relationships/slideLayout" Target="../slideLayouts/slideLayout143.xml"/><Relationship Id="rId57" Type="http://schemas.openxmlformats.org/officeDocument/2006/relationships/slideLayout" Target="../slideLayouts/slideLayout142.xml"/><Relationship Id="rId56" Type="http://schemas.openxmlformats.org/officeDocument/2006/relationships/slideLayout" Target="../slideLayouts/slideLayout141.xml"/><Relationship Id="rId55" Type="http://schemas.openxmlformats.org/officeDocument/2006/relationships/slideLayout" Target="../slideLayouts/slideLayout140.xml"/><Relationship Id="rId54" Type="http://schemas.openxmlformats.org/officeDocument/2006/relationships/slideLayout" Target="../slideLayouts/slideLayout139.xml"/><Relationship Id="rId53" Type="http://schemas.openxmlformats.org/officeDocument/2006/relationships/slideLayout" Target="../slideLayouts/slideLayout138.xml"/><Relationship Id="rId52" Type="http://schemas.openxmlformats.org/officeDocument/2006/relationships/slideLayout" Target="../slideLayouts/slideLayout137.xml"/><Relationship Id="rId51" Type="http://schemas.openxmlformats.org/officeDocument/2006/relationships/slideLayout" Target="../slideLayouts/slideLayout136.xml"/><Relationship Id="rId50" Type="http://schemas.openxmlformats.org/officeDocument/2006/relationships/slideLayout" Target="../slideLayouts/slideLayout135.xml"/><Relationship Id="rId5" Type="http://schemas.openxmlformats.org/officeDocument/2006/relationships/slideLayout" Target="../slideLayouts/slideLayout90.xml"/><Relationship Id="rId49" Type="http://schemas.openxmlformats.org/officeDocument/2006/relationships/slideLayout" Target="../slideLayouts/slideLayout134.xml"/><Relationship Id="rId48" Type="http://schemas.openxmlformats.org/officeDocument/2006/relationships/slideLayout" Target="../slideLayouts/slideLayout133.xml"/><Relationship Id="rId47" Type="http://schemas.openxmlformats.org/officeDocument/2006/relationships/slideLayout" Target="../slideLayouts/slideLayout132.xml"/><Relationship Id="rId46" Type="http://schemas.openxmlformats.org/officeDocument/2006/relationships/slideLayout" Target="../slideLayouts/slideLayout131.xml"/><Relationship Id="rId45" Type="http://schemas.openxmlformats.org/officeDocument/2006/relationships/slideLayout" Target="../slideLayouts/slideLayout130.xml"/><Relationship Id="rId44" Type="http://schemas.openxmlformats.org/officeDocument/2006/relationships/slideLayout" Target="../slideLayouts/slideLayout129.xml"/><Relationship Id="rId43" Type="http://schemas.openxmlformats.org/officeDocument/2006/relationships/slideLayout" Target="../slideLayouts/slideLayout128.xml"/><Relationship Id="rId42" Type="http://schemas.openxmlformats.org/officeDocument/2006/relationships/slideLayout" Target="../slideLayouts/slideLayout127.xml"/><Relationship Id="rId41" Type="http://schemas.openxmlformats.org/officeDocument/2006/relationships/slideLayout" Target="../slideLayouts/slideLayout126.xml"/><Relationship Id="rId40" Type="http://schemas.openxmlformats.org/officeDocument/2006/relationships/slideLayout" Target="../slideLayouts/slideLayout125.xml"/><Relationship Id="rId4" Type="http://schemas.openxmlformats.org/officeDocument/2006/relationships/slideLayout" Target="../slideLayouts/slideLayout89.xml"/><Relationship Id="rId39" Type="http://schemas.openxmlformats.org/officeDocument/2006/relationships/slideLayout" Target="../slideLayouts/slideLayout124.xml"/><Relationship Id="rId38" Type="http://schemas.openxmlformats.org/officeDocument/2006/relationships/slideLayout" Target="../slideLayouts/slideLayout123.xml"/><Relationship Id="rId37" Type="http://schemas.openxmlformats.org/officeDocument/2006/relationships/slideLayout" Target="../slideLayouts/slideLayout122.xml"/><Relationship Id="rId36" Type="http://schemas.openxmlformats.org/officeDocument/2006/relationships/slideLayout" Target="../slideLayouts/slideLayout121.xml"/><Relationship Id="rId35" Type="http://schemas.openxmlformats.org/officeDocument/2006/relationships/slideLayout" Target="../slideLayouts/slideLayout120.xml"/><Relationship Id="rId34" Type="http://schemas.openxmlformats.org/officeDocument/2006/relationships/slideLayout" Target="../slideLayouts/slideLayout119.xml"/><Relationship Id="rId33" Type="http://schemas.openxmlformats.org/officeDocument/2006/relationships/slideLayout" Target="../slideLayouts/slideLayout118.xml"/><Relationship Id="rId32" Type="http://schemas.openxmlformats.org/officeDocument/2006/relationships/slideLayout" Target="../slideLayouts/slideLayout117.xml"/><Relationship Id="rId31" Type="http://schemas.openxmlformats.org/officeDocument/2006/relationships/slideLayout" Target="../slideLayouts/slideLayout116.xml"/><Relationship Id="rId30" Type="http://schemas.openxmlformats.org/officeDocument/2006/relationships/slideLayout" Target="../slideLayouts/slideLayout115.xml"/><Relationship Id="rId3" Type="http://schemas.openxmlformats.org/officeDocument/2006/relationships/slideLayout" Target="../slideLayouts/slideLayout88.xml"/><Relationship Id="rId29" Type="http://schemas.openxmlformats.org/officeDocument/2006/relationships/slideLayout" Target="../slideLayouts/slideLayout114.xml"/><Relationship Id="rId28" Type="http://schemas.openxmlformats.org/officeDocument/2006/relationships/slideLayout" Target="../slideLayouts/slideLayout113.xml"/><Relationship Id="rId27" Type="http://schemas.openxmlformats.org/officeDocument/2006/relationships/slideLayout" Target="../slideLayouts/slideLayout112.xml"/><Relationship Id="rId26" Type="http://schemas.openxmlformats.org/officeDocument/2006/relationships/slideLayout" Target="../slideLayouts/slideLayout111.xml"/><Relationship Id="rId25" Type="http://schemas.openxmlformats.org/officeDocument/2006/relationships/slideLayout" Target="../slideLayouts/slideLayout110.xml"/><Relationship Id="rId24" Type="http://schemas.openxmlformats.org/officeDocument/2006/relationships/slideLayout" Target="../slideLayouts/slideLayout109.xml"/><Relationship Id="rId23" Type="http://schemas.openxmlformats.org/officeDocument/2006/relationships/slideLayout" Target="../slideLayouts/slideLayout108.xml"/><Relationship Id="rId22" Type="http://schemas.openxmlformats.org/officeDocument/2006/relationships/slideLayout" Target="../slideLayouts/slideLayout107.xml"/><Relationship Id="rId21" Type="http://schemas.openxmlformats.org/officeDocument/2006/relationships/slideLayout" Target="../slideLayouts/slideLayout106.xml"/><Relationship Id="rId20" Type="http://schemas.openxmlformats.org/officeDocument/2006/relationships/slideLayout" Target="../slideLayouts/slideLayout105.xml"/><Relationship Id="rId2" Type="http://schemas.openxmlformats.org/officeDocument/2006/relationships/slideLayout" Target="../slideLayouts/slideLayout87.xml"/><Relationship Id="rId19" Type="http://schemas.openxmlformats.org/officeDocument/2006/relationships/slideLayout" Target="../slideLayouts/slideLayout104.xml"/><Relationship Id="rId18" Type="http://schemas.openxmlformats.org/officeDocument/2006/relationships/slideLayout" Target="../slideLayouts/slideLayout103.xml"/><Relationship Id="rId17" Type="http://schemas.openxmlformats.org/officeDocument/2006/relationships/slideLayout" Target="../slideLayouts/slideLayout102.xml"/><Relationship Id="rId16" Type="http://schemas.openxmlformats.org/officeDocument/2006/relationships/slideLayout" Target="../slideLayouts/slideLayout101.xml"/><Relationship Id="rId15" Type="http://schemas.openxmlformats.org/officeDocument/2006/relationships/slideLayout" Target="../slideLayouts/slideLayout100.xml"/><Relationship Id="rId14" Type="http://schemas.openxmlformats.org/officeDocument/2006/relationships/slideLayout" Target="../slideLayouts/slideLayout99.xml"/><Relationship Id="rId13" Type="http://schemas.openxmlformats.org/officeDocument/2006/relationships/slideLayout" Target="../slideLayouts/slideLayout98.xml"/><Relationship Id="rId12" Type="http://schemas.openxmlformats.org/officeDocument/2006/relationships/slideLayout" Target="../slideLayouts/slideLayout97.xml"/><Relationship Id="rId11" Type="http://schemas.openxmlformats.org/officeDocument/2006/relationships/slideLayout" Target="../slideLayouts/slideLayout96.xml"/><Relationship Id="rId10" Type="http://schemas.openxmlformats.org/officeDocument/2006/relationships/slideLayout" Target="../slideLayouts/slideLayout95.xml"/><Relationship Id="rId1" Type="http://schemas.openxmlformats.org/officeDocument/2006/relationships/slideLayout" Target="../slideLayouts/slideLayout86.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161.xml"/><Relationship Id="rId8" Type="http://schemas.openxmlformats.org/officeDocument/2006/relationships/slideLayout" Target="../slideLayouts/slideLayout160.xml"/><Relationship Id="rId7" Type="http://schemas.openxmlformats.org/officeDocument/2006/relationships/slideLayout" Target="../slideLayouts/slideLayout159.xml"/><Relationship Id="rId6" Type="http://schemas.openxmlformats.org/officeDocument/2006/relationships/slideLayout" Target="../slideLayouts/slideLayout158.xml"/><Relationship Id="rId5" Type="http://schemas.openxmlformats.org/officeDocument/2006/relationships/slideLayout" Target="../slideLayouts/slideLayout157.xml"/><Relationship Id="rId4" Type="http://schemas.openxmlformats.org/officeDocument/2006/relationships/slideLayout" Target="../slideLayouts/slideLayout156.xml"/><Relationship Id="rId3" Type="http://schemas.openxmlformats.org/officeDocument/2006/relationships/slideLayout" Target="../slideLayouts/slideLayout155.xml"/><Relationship Id="rId2" Type="http://schemas.openxmlformats.org/officeDocument/2006/relationships/slideLayout" Target="../slideLayouts/slideLayout154.xml"/><Relationship Id="rId18" Type="http://schemas.openxmlformats.org/officeDocument/2006/relationships/theme" Target="../theme/theme4.xml"/><Relationship Id="rId17" Type="http://schemas.openxmlformats.org/officeDocument/2006/relationships/slideLayout" Target="../slideLayouts/slideLayout169.xml"/><Relationship Id="rId16" Type="http://schemas.openxmlformats.org/officeDocument/2006/relationships/slideLayout" Target="../slideLayouts/slideLayout168.xml"/><Relationship Id="rId15" Type="http://schemas.openxmlformats.org/officeDocument/2006/relationships/slideLayout" Target="../slideLayouts/slideLayout167.xml"/><Relationship Id="rId14" Type="http://schemas.openxmlformats.org/officeDocument/2006/relationships/slideLayout" Target="../slideLayouts/slideLayout166.xml"/><Relationship Id="rId13" Type="http://schemas.openxmlformats.org/officeDocument/2006/relationships/slideLayout" Target="../slideLayouts/slideLayout165.xml"/><Relationship Id="rId12" Type="http://schemas.openxmlformats.org/officeDocument/2006/relationships/slideLayout" Target="../slideLayouts/slideLayout164.xml"/><Relationship Id="rId11" Type="http://schemas.openxmlformats.org/officeDocument/2006/relationships/slideLayout" Target="../slideLayouts/slideLayout163.xml"/><Relationship Id="rId10" Type="http://schemas.openxmlformats.org/officeDocument/2006/relationships/slideLayout" Target="../slideLayouts/slideLayout162.xml"/><Relationship Id="rId1" Type="http://schemas.openxmlformats.org/officeDocument/2006/relationships/slideLayout" Target="../slideLayouts/slideLayout153.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178.xml"/><Relationship Id="rId8" Type="http://schemas.openxmlformats.org/officeDocument/2006/relationships/slideLayout" Target="../slideLayouts/slideLayout177.xml"/><Relationship Id="rId7" Type="http://schemas.openxmlformats.org/officeDocument/2006/relationships/slideLayout" Target="../slideLayouts/slideLayout176.xml"/><Relationship Id="rId6" Type="http://schemas.openxmlformats.org/officeDocument/2006/relationships/slideLayout" Target="../slideLayouts/slideLayout175.xml"/><Relationship Id="rId5" Type="http://schemas.openxmlformats.org/officeDocument/2006/relationships/slideLayout" Target="../slideLayouts/slideLayout174.xml"/><Relationship Id="rId4" Type="http://schemas.openxmlformats.org/officeDocument/2006/relationships/slideLayout" Target="../slideLayouts/slideLayout173.xml"/><Relationship Id="rId32" Type="http://schemas.openxmlformats.org/officeDocument/2006/relationships/theme" Target="../theme/theme5.xml"/><Relationship Id="rId31" Type="http://schemas.openxmlformats.org/officeDocument/2006/relationships/slideLayout" Target="../slideLayouts/slideLayout200.xml"/><Relationship Id="rId30" Type="http://schemas.openxmlformats.org/officeDocument/2006/relationships/slideLayout" Target="../slideLayouts/slideLayout199.xml"/><Relationship Id="rId3" Type="http://schemas.openxmlformats.org/officeDocument/2006/relationships/slideLayout" Target="../slideLayouts/slideLayout172.xml"/><Relationship Id="rId29" Type="http://schemas.openxmlformats.org/officeDocument/2006/relationships/slideLayout" Target="../slideLayouts/slideLayout198.xml"/><Relationship Id="rId28" Type="http://schemas.openxmlformats.org/officeDocument/2006/relationships/slideLayout" Target="../slideLayouts/slideLayout197.xml"/><Relationship Id="rId27" Type="http://schemas.openxmlformats.org/officeDocument/2006/relationships/slideLayout" Target="../slideLayouts/slideLayout196.xml"/><Relationship Id="rId26" Type="http://schemas.openxmlformats.org/officeDocument/2006/relationships/slideLayout" Target="../slideLayouts/slideLayout195.xml"/><Relationship Id="rId25" Type="http://schemas.openxmlformats.org/officeDocument/2006/relationships/slideLayout" Target="../slideLayouts/slideLayout194.xml"/><Relationship Id="rId24" Type="http://schemas.openxmlformats.org/officeDocument/2006/relationships/slideLayout" Target="../slideLayouts/slideLayout193.xml"/><Relationship Id="rId23" Type="http://schemas.openxmlformats.org/officeDocument/2006/relationships/slideLayout" Target="../slideLayouts/slideLayout192.xml"/><Relationship Id="rId22" Type="http://schemas.openxmlformats.org/officeDocument/2006/relationships/slideLayout" Target="../slideLayouts/slideLayout191.xml"/><Relationship Id="rId21" Type="http://schemas.openxmlformats.org/officeDocument/2006/relationships/slideLayout" Target="../slideLayouts/slideLayout190.xml"/><Relationship Id="rId20" Type="http://schemas.openxmlformats.org/officeDocument/2006/relationships/slideLayout" Target="../slideLayouts/slideLayout189.xml"/><Relationship Id="rId2" Type="http://schemas.openxmlformats.org/officeDocument/2006/relationships/slideLayout" Target="../slideLayouts/slideLayout171.xml"/><Relationship Id="rId19" Type="http://schemas.openxmlformats.org/officeDocument/2006/relationships/slideLayout" Target="../slideLayouts/slideLayout188.xml"/><Relationship Id="rId18" Type="http://schemas.openxmlformats.org/officeDocument/2006/relationships/slideLayout" Target="../slideLayouts/slideLayout187.xml"/><Relationship Id="rId17" Type="http://schemas.openxmlformats.org/officeDocument/2006/relationships/slideLayout" Target="../slideLayouts/slideLayout186.xml"/><Relationship Id="rId16" Type="http://schemas.openxmlformats.org/officeDocument/2006/relationships/slideLayout" Target="../slideLayouts/slideLayout185.xml"/><Relationship Id="rId15" Type="http://schemas.openxmlformats.org/officeDocument/2006/relationships/slideLayout" Target="../slideLayouts/slideLayout184.xml"/><Relationship Id="rId14" Type="http://schemas.openxmlformats.org/officeDocument/2006/relationships/slideLayout" Target="../slideLayouts/slideLayout183.xml"/><Relationship Id="rId13" Type="http://schemas.openxmlformats.org/officeDocument/2006/relationships/slideLayout" Target="../slideLayouts/slideLayout182.xml"/><Relationship Id="rId12" Type="http://schemas.openxmlformats.org/officeDocument/2006/relationships/slideLayout" Target="../slideLayouts/slideLayout181.xml"/><Relationship Id="rId11" Type="http://schemas.openxmlformats.org/officeDocument/2006/relationships/slideLayout" Target="../slideLayouts/slideLayout180.xml"/><Relationship Id="rId10" Type="http://schemas.openxmlformats.org/officeDocument/2006/relationships/slideLayout" Target="../slideLayouts/slideLayout179.xml"/><Relationship Id="rId1" Type="http://schemas.openxmlformats.org/officeDocument/2006/relationships/slideLayout" Target="../slideLayouts/slideLayout17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Lst>
  <p:hf hdr="0" ftr="0" dt="0"/>
  <p:txStyles>
    <p:titleStyle>
      <a:lvl1pPr lvl="0" algn="l" defTabSz="914400">
        <a:lnSpc>
          <a:spcPct val="90000"/>
        </a:lnSpc>
        <a:spcBef>
          <a:spcPct val="0"/>
        </a:spcBef>
        <a:buNone/>
        <a:defRPr sz="4400" kern="1200">
          <a:solidFill>
            <a:schemeClr val="tx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9pPr>
    </p:bodyStyle>
    <p:other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Lst>
  <p:hf hdr="0" ftr="0" dt="0"/>
  <p:txStyles>
    <p:titleStyle>
      <a:lvl1pPr lvl="0" algn="l" defTabSz="914400">
        <a:lnSpc>
          <a:spcPct val="90000"/>
        </a:lnSpc>
        <a:spcBef>
          <a:spcPct val="0"/>
        </a:spcBef>
        <a:buNone/>
        <a:defRPr sz="4400" kern="1200">
          <a:solidFill>
            <a:schemeClr val="tx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9pPr>
    </p:bodyStyle>
    <p:other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3" r:id="rId38"/>
    <p:sldLayoutId id="2147483774" r:id="rId39"/>
    <p:sldLayoutId id="2147483775" r:id="rId40"/>
    <p:sldLayoutId id="2147483776" r:id="rId41"/>
    <p:sldLayoutId id="2147483777" r:id="rId42"/>
    <p:sldLayoutId id="2147483778" r:id="rId43"/>
    <p:sldLayoutId id="2147483779" r:id="rId44"/>
    <p:sldLayoutId id="2147483780" r:id="rId45"/>
    <p:sldLayoutId id="2147483781" r:id="rId46"/>
    <p:sldLayoutId id="2147483782" r:id="rId47"/>
    <p:sldLayoutId id="2147483783" r:id="rId48"/>
    <p:sldLayoutId id="2147483784" r:id="rId49"/>
    <p:sldLayoutId id="2147483785" r:id="rId50"/>
    <p:sldLayoutId id="2147483786" r:id="rId51"/>
    <p:sldLayoutId id="2147483787" r:id="rId52"/>
    <p:sldLayoutId id="2147483788" r:id="rId53"/>
    <p:sldLayoutId id="2147483789" r:id="rId54"/>
    <p:sldLayoutId id="2147483790" r:id="rId55"/>
    <p:sldLayoutId id="2147483791" r:id="rId56"/>
    <p:sldLayoutId id="2147483792" r:id="rId57"/>
    <p:sldLayoutId id="2147483793" r:id="rId58"/>
    <p:sldLayoutId id="2147483794" r:id="rId59"/>
    <p:sldLayoutId id="2147483795" r:id="rId60"/>
    <p:sldLayoutId id="2147483796" r:id="rId61"/>
    <p:sldLayoutId id="2147483797" r:id="rId62"/>
    <p:sldLayoutId id="2147483798" r:id="rId63"/>
    <p:sldLayoutId id="2147483799" r:id="rId64"/>
    <p:sldLayoutId id="2147483800" r:id="rId65"/>
    <p:sldLayoutId id="2147483801" r:id="rId66"/>
    <p:sldLayoutId id="2147483802" r:id="rId67"/>
  </p:sldLayoutIdLst>
  <p:hf hdr="0" ftr="0" dt="0"/>
  <p:txStyles>
    <p:titleStyle>
      <a:lvl1pPr lvl="0" algn="l" defTabSz="914400">
        <a:lnSpc>
          <a:spcPct val="90000"/>
        </a:lnSpc>
        <a:spcBef>
          <a:spcPct val="0"/>
        </a:spcBef>
        <a:buNone/>
        <a:defRPr sz="4400" kern="1200">
          <a:solidFill>
            <a:schemeClr val="tx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9pPr>
    </p:bodyStyle>
    <p:other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 id="2147483818" r:id="rId15"/>
    <p:sldLayoutId id="2147483819" r:id="rId16"/>
    <p:sldLayoutId id="2147483820" r:id="rId17"/>
  </p:sldLayoutIdLst>
  <p:hf hdr="0" ftr="0" dt="0"/>
  <p:txStyles>
    <p:titleStyle>
      <a:lvl1pPr lvl="0" algn="l" defTabSz="914400">
        <a:lnSpc>
          <a:spcPct val="90000"/>
        </a:lnSpc>
        <a:spcBef>
          <a:spcPct val="0"/>
        </a:spcBef>
        <a:buNone/>
        <a:defRPr sz="4400" kern="1200">
          <a:solidFill>
            <a:schemeClr val="tx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9pPr>
    </p:bodyStyle>
    <p:other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endParaRPr lang="zh-CN"/>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编辑母版文本样式</a:t>
            </a:r>
            <a:endParaRPr lang="zh-CN"/>
          </a:p>
          <a:p>
            <a:pPr lvl="1"/>
            <a:r>
              <a:rPr lang="zh-CN"/>
              <a:t>第二级</a:t>
            </a:r>
            <a:endParaRPr lang="zh-CN"/>
          </a:p>
          <a:p>
            <a:pPr lvl="2"/>
            <a:r>
              <a:rPr lang="zh-CN"/>
              <a:t>第三级</a:t>
            </a:r>
            <a:endParaRPr lang="zh-CN"/>
          </a:p>
          <a:p>
            <a:pPr lvl="3"/>
            <a:r>
              <a:rPr lang="zh-CN"/>
              <a:t>第四级</a:t>
            </a:r>
            <a:endParaRPr lang="zh-CN"/>
          </a:p>
          <a:p>
            <a:pPr lvl="4"/>
            <a:r>
              <a:rPr lang="zh-CN"/>
              <a:t>第五级</a:t>
            </a:r>
            <a:endParaRPr lang="zh-CN"/>
          </a:p>
        </p:txBody>
      </p:sp>
    </p:spTree>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 id="2147483833" r:id="rId12"/>
    <p:sldLayoutId id="2147483834" r:id="rId13"/>
    <p:sldLayoutId id="2147483835" r:id="rId14"/>
    <p:sldLayoutId id="2147483836" r:id="rId15"/>
    <p:sldLayoutId id="2147483837" r:id="rId16"/>
    <p:sldLayoutId id="2147483838" r:id="rId17"/>
    <p:sldLayoutId id="2147483839" r:id="rId18"/>
    <p:sldLayoutId id="2147483840" r:id="rId19"/>
    <p:sldLayoutId id="2147483841" r:id="rId20"/>
    <p:sldLayoutId id="2147483842" r:id="rId21"/>
    <p:sldLayoutId id="2147483843" r:id="rId22"/>
    <p:sldLayoutId id="2147483844" r:id="rId23"/>
    <p:sldLayoutId id="2147483845" r:id="rId24"/>
    <p:sldLayoutId id="2147483846" r:id="rId25"/>
    <p:sldLayoutId id="2147483847" r:id="rId26"/>
    <p:sldLayoutId id="2147483848" r:id="rId27"/>
    <p:sldLayoutId id="2147483849" r:id="rId28"/>
    <p:sldLayoutId id="2147483850" r:id="rId29"/>
    <p:sldLayoutId id="2147483851" r:id="rId30"/>
    <p:sldLayoutId id="2147483852" r:id="rId31"/>
  </p:sldLayoutIdLst>
  <p:hf hdr="0" ftr="0" dt="0"/>
  <p:txStyles>
    <p:titleStyle>
      <a:lvl1pPr lvl="0" algn="l" defTabSz="914400">
        <a:lnSpc>
          <a:spcPct val="90000"/>
        </a:lnSpc>
        <a:spcBef>
          <a:spcPct val="0"/>
        </a:spcBef>
        <a:buNone/>
        <a:defRPr sz="4400" kern="1200">
          <a:solidFill>
            <a:schemeClr val="tx1"/>
          </a:solidFill>
          <a:latin typeface="微软雅黑" panose="020B0503020204020204" charset="-122"/>
          <a:ea typeface="微软雅黑" panose="020B0503020204020204" charset="-122"/>
        </a:defRPr>
      </a:lvl1pPr>
    </p:titleStyle>
    <p:bodyStyle>
      <a:lvl1pPr marL="228600" lvl="0" indent="-228600" algn="l" defTabSz="914400">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defRPr>
      </a:lvl1pPr>
      <a:lvl2pPr marL="685800" lvl="1" indent="-228600" algn="l" defTabSz="914400">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defRPr>
      </a:lvl2pPr>
      <a:lvl3pPr marL="1143000" lvl="2" indent="-228600" algn="l" defTabSz="914400">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defRPr>
      </a:lvl3pPr>
      <a:lvl4pPr marL="1600200" lvl="3"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4pPr>
      <a:lvl5pPr marL="2057400" lvl="4" indent="-228600" algn="l" defTabSz="914400">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defRPr>
      </a:lvl5pPr>
      <a:lvl6pPr marL="2514600" lvl="5"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6pPr>
      <a:lvl7pPr marL="2971800" lvl="6"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7pPr>
      <a:lvl8pPr marL="3429000" lvl="7"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8pPr>
      <a:lvl9pPr marL="3886200" lvl="8" indent="-228600" algn="l" defTabSz="914400">
        <a:lnSpc>
          <a:spcPct val="90000"/>
        </a:lnSpc>
        <a:spcBef>
          <a:spcPts val="500"/>
        </a:spcBef>
        <a:buFont typeface="Arial" panose="020B0604020202020204" pitchFamily="34" charset="0"/>
        <a:buChar char="•"/>
        <a:defRPr sz="1800" kern="1200">
          <a:solidFill>
            <a:schemeClr val="tx1"/>
          </a:solidFill>
          <a:latin typeface="Arial" panose="020B0604020202020204"/>
          <a:ea typeface="微软雅黑" panose="020B0503020204020204" charset="-122"/>
        </a:defRPr>
      </a:lvl9pPr>
    </p:bodyStyle>
    <p:otherStyle>
      <a:lvl1pPr marL="0" lvl="0" algn="l" defTabSz="914400">
        <a:defRPr sz="1800" kern="1200">
          <a:solidFill>
            <a:schemeClr val="tx1"/>
          </a:solidFill>
          <a:latin typeface="Arial" panose="020B0604020202020204"/>
          <a:ea typeface="微软雅黑" panose="020B0503020204020204" charset="-122"/>
        </a:defRPr>
      </a:lvl1pPr>
      <a:lvl2pPr marL="457200" lvl="1" algn="l" defTabSz="914400">
        <a:defRPr sz="1800" kern="1200">
          <a:solidFill>
            <a:schemeClr val="tx1"/>
          </a:solidFill>
          <a:latin typeface="Arial" panose="020B0604020202020204"/>
          <a:ea typeface="微软雅黑" panose="020B0503020204020204" charset="-122"/>
        </a:defRPr>
      </a:lvl2pPr>
      <a:lvl3pPr marL="914400" lvl="2" algn="l" defTabSz="914400">
        <a:defRPr sz="1800" kern="1200">
          <a:solidFill>
            <a:schemeClr val="tx1"/>
          </a:solidFill>
          <a:latin typeface="Arial" panose="020B0604020202020204"/>
          <a:ea typeface="微软雅黑" panose="020B0503020204020204" charset="-122"/>
        </a:defRPr>
      </a:lvl3pPr>
      <a:lvl4pPr marL="1371600" lvl="3" algn="l" defTabSz="914400">
        <a:defRPr sz="1800" kern="1200">
          <a:solidFill>
            <a:schemeClr val="tx1"/>
          </a:solidFill>
          <a:latin typeface="Arial" panose="020B0604020202020204"/>
          <a:ea typeface="微软雅黑" panose="020B0503020204020204" charset="-122"/>
        </a:defRPr>
      </a:lvl4pPr>
      <a:lvl5pPr marL="1828800" lvl="4" algn="l" defTabSz="914400">
        <a:defRPr sz="1800" kern="1200">
          <a:solidFill>
            <a:schemeClr val="tx1"/>
          </a:solidFill>
          <a:latin typeface="Arial" panose="020B0604020202020204"/>
          <a:ea typeface="微软雅黑" panose="020B0503020204020204" charset="-122"/>
        </a:defRPr>
      </a:lvl5pPr>
      <a:lvl6pPr marL="2286000" lvl="5" algn="l" defTabSz="914400">
        <a:defRPr sz="1800" kern="1200">
          <a:solidFill>
            <a:schemeClr val="tx1"/>
          </a:solidFill>
          <a:latin typeface="Arial" panose="020B0604020202020204"/>
          <a:ea typeface="微软雅黑" panose="020B0503020204020204" charset="-122"/>
        </a:defRPr>
      </a:lvl6pPr>
      <a:lvl7pPr marL="2743200" lvl="6" algn="l" defTabSz="914400">
        <a:defRPr sz="1800" kern="1200">
          <a:solidFill>
            <a:schemeClr val="tx1"/>
          </a:solidFill>
          <a:latin typeface="Arial" panose="020B0604020202020204"/>
          <a:ea typeface="微软雅黑" panose="020B0503020204020204" charset="-122"/>
        </a:defRPr>
      </a:lvl7pPr>
      <a:lvl8pPr marL="3200400" lvl="7" algn="l" defTabSz="914400">
        <a:defRPr sz="1800" kern="1200">
          <a:solidFill>
            <a:schemeClr val="tx1"/>
          </a:solidFill>
          <a:latin typeface="Arial" panose="020B0604020202020204"/>
          <a:ea typeface="微软雅黑" panose="020B0503020204020204" charset="-122"/>
        </a:defRPr>
      </a:lvl8pPr>
      <a:lvl9pPr marL="3657600" lvl="8" algn="l" defTabSz="914400">
        <a:defRPr sz="1800" kern="1200">
          <a:solidFill>
            <a:schemeClr val="tx1"/>
          </a:solidFill>
          <a:latin typeface="Arial" panose="020B0604020202020204"/>
          <a:ea typeface="微软雅黑" panose="020B0503020204020204" charset="-122"/>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5.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75.xml"/><Relationship Id="rId2" Type="http://schemas.openxmlformats.org/officeDocument/2006/relationships/image" Target="../media/image2.png"/><Relationship Id="rId1" Type="http://schemas.openxmlformats.org/officeDocument/2006/relationships/image" Target="../media/image4.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2.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5.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2.xml"/><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3.xml"/><Relationship Id="rId3" Type="http://schemas.openxmlformats.org/officeDocument/2006/relationships/slideLayout" Target="../slideLayouts/slideLayout75.xml"/><Relationship Id="rId2" Type="http://schemas.openxmlformats.org/officeDocument/2006/relationships/image" Target="../media/image10.png"/><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2" name="矩形 31"/>
          <p:cNvSpPr/>
          <p:nvPr/>
        </p:nvSpPr>
        <p:spPr>
          <a:xfrm>
            <a:off x="29210" y="2103755"/>
            <a:ext cx="12192000" cy="2003425"/>
          </a:xfrm>
          <a:prstGeom prst="rect">
            <a:avLst/>
          </a:prstGeom>
          <a:solidFill>
            <a:srgbClr val="005BAC"/>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cxnSp>
        <p:nvCxnSpPr>
          <p:cNvPr id="34" name="直接连接符 33"/>
          <p:cNvCxnSpPr/>
          <p:nvPr/>
        </p:nvCxnSpPr>
        <p:spPr>
          <a:xfrm flipV="1">
            <a:off x="1863725" y="3766185"/>
            <a:ext cx="8522970" cy="21590"/>
          </a:xfrm>
          <a:prstGeom prst="line">
            <a:avLst/>
          </a:prstGeom>
          <a:ln w="6350">
            <a:solidFill>
              <a:schemeClr val="bg1"/>
            </a:solidFill>
            <a:prstDash val="solid"/>
            <a:miter/>
          </a:ln>
        </p:spPr>
      </p:cxnSp>
      <p:sp>
        <p:nvSpPr>
          <p:cNvPr id="123" name="矩形 122"/>
          <p:cNvSpPr/>
          <p:nvPr/>
        </p:nvSpPr>
        <p:spPr>
          <a:xfrm>
            <a:off x="1623934" y="2386649"/>
            <a:ext cx="8944132" cy="1014730"/>
          </a:xfrm>
          <a:prstGeom prst="rect">
            <a:avLst/>
          </a:prstGeom>
        </p:spPr>
        <p:txBody>
          <a:bodyPr wrap="square">
            <a:spAutoFit/>
          </a:bodyPr>
          <a:lstStyle/>
          <a:p>
            <a:pPr lvl="0" algn="ctr">
              <a:lnSpc>
                <a:spcPct val="150000"/>
              </a:lnSpc>
            </a:pPr>
            <a:endParaRPr lang="en-US" sz="4000" b="1" spc="300">
              <a:solidFill>
                <a:srgbClr val="FFFFFF"/>
              </a:solidFill>
              <a:latin typeface="Arial" panose="020B0604020202020204"/>
              <a:ea typeface="微软雅黑" panose="020B0503020204020204" charset="-122"/>
            </a:endParaRPr>
          </a:p>
        </p:txBody>
      </p:sp>
      <p:pic>
        <p:nvPicPr>
          <p:cNvPr id="11" name="Picture 4"/>
          <p:cNvPicPr>
            <a:picLocks noChangeAspect="1" noChangeArrowheads="1"/>
          </p:cNvPicPr>
          <p:nvPr/>
        </p:nvPicPr>
        <p:blipFill>
          <a:blip r:embed="rId2"/>
          <a:stretch>
            <a:fillRect/>
          </a:stretch>
        </p:blipFill>
        <p:spPr>
          <a:xfrm>
            <a:off x="11398250" y="2229485"/>
            <a:ext cx="613410" cy="613410"/>
          </a:xfrm>
          <a:prstGeom prst="rect">
            <a:avLst/>
          </a:prstGeom>
        </p:spPr>
      </p:pic>
      <p:sp>
        <p:nvSpPr>
          <p:cNvPr id="5" name="矩形 4"/>
          <p:cNvSpPr/>
          <p:nvPr/>
        </p:nvSpPr>
        <p:spPr>
          <a:xfrm>
            <a:off x="271489" y="2103568"/>
            <a:ext cx="3399790" cy="645160"/>
          </a:xfrm>
          <a:prstGeom prst="rect">
            <a:avLst/>
          </a:prstGeom>
        </p:spPr>
        <p:txBody>
          <a:bodyPr wrap="none">
            <a:spAutoFit/>
          </a:bodyPr>
          <a:lstStyle/>
          <a:p>
            <a:pPr>
              <a:lnSpc>
                <a:spcPct val="150000"/>
              </a:lnSpc>
            </a:pPr>
            <a:r>
              <a:rPr lang="en-US" sz="2400" b="1">
                <a:solidFill>
                  <a:schemeClr val="bg1"/>
                </a:solidFill>
                <a:latin typeface="黑体" panose="02010609060101010101" charset="-122"/>
                <a:ea typeface="黑体" panose="02010609060101010101" charset="-122"/>
              </a:rPr>
              <a:t>2026 </a:t>
            </a:r>
            <a:r>
              <a:rPr lang="zh-CN" sz="2400" b="1">
                <a:solidFill>
                  <a:schemeClr val="bg1"/>
                </a:solidFill>
                <a:latin typeface="黑体" panose="02010609060101010101" charset="-122"/>
                <a:ea typeface="黑体" panose="02010609060101010101" charset="-122"/>
              </a:rPr>
              <a:t>软件工程综合实验</a:t>
            </a:r>
            <a:endParaRPr lang="zh-CN" sz="2000" b="1">
              <a:solidFill>
                <a:schemeClr val="bg1"/>
              </a:solidFill>
              <a:latin typeface="黑体" panose="02010609060101010101" charset="-122"/>
              <a:ea typeface="黑体" panose="02010609060101010101" charset="-122"/>
            </a:endParaRPr>
          </a:p>
        </p:txBody>
      </p:sp>
      <p:sp>
        <p:nvSpPr>
          <p:cNvPr id="2" name="文本框 1"/>
          <p:cNvSpPr txBox="1"/>
          <p:nvPr/>
        </p:nvSpPr>
        <p:spPr>
          <a:xfrm>
            <a:off x="1715771" y="2949575"/>
            <a:ext cx="8818880" cy="706755"/>
          </a:xfrm>
          <a:prstGeom prst="rect">
            <a:avLst/>
          </a:prstGeom>
          <a:noFill/>
        </p:spPr>
        <p:txBody>
          <a:bodyPr wrap="none" anchor="t">
            <a:spAutoFit/>
          </a:bodyPr>
          <a:lstStyle/>
          <a:p>
            <a:pPr algn="ctr">
              <a:spcBef>
                <a:spcPts val="0"/>
              </a:spcBef>
              <a:spcAft>
                <a:spcPts val="0"/>
              </a:spcAft>
              <a:buClrTx/>
              <a:buSzTx/>
              <a:buFontTx/>
              <a:defRPr/>
            </a:pPr>
            <a:r>
              <a:rPr lang="en-US" altLang="zh-CN" sz="4000" noProof="0">
                <a:ln>
                  <a:noFill/>
                </a:ln>
                <a:solidFill>
                  <a:srgbClr val="FFFFFF"/>
                </a:solidFill>
                <a:effectLst>
                  <a:outerShdw blurRad="38100" dist="19050" dir="2700000" algn="tl" rotWithShape="0">
                    <a:srgbClr val="000000">
                      <a:alpha val="40000"/>
                    </a:srgbClr>
                  </a:outerShdw>
                </a:effectLst>
                <a:uLnTx/>
                <a:uFillTx/>
                <a:latin typeface="宋体" panose="02010600030101010101" pitchFamily="2" charset="-122"/>
                <a:ea typeface="宋体" panose="02010600030101010101" pitchFamily="2" charset="-122"/>
                <a:cs typeface="宋体" panose="02010600030101010101" pitchFamily="2" charset="-122"/>
                <a:sym typeface="微软雅黑" panose="020B0503020204020204" charset="-122"/>
              </a:rPr>
              <a:t>PromptCafe——</a:t>
            </a:r>
            <a:r>
              <a:rPr lang="zh-CN" altLang="en-US" sz="4000" noProof="0">
                <a:ln>
                  <a:noFill/>
                </a:ln>
                <a:solidFill>
                  <a:srgbClr val="FFFFFF"/>
                </a:solidFill>
                <a:effectLst>
                  <a:outerShdw blurRad="38100" dist="19050" dir="2700000" algn="tl" rotWithShape="0">
                    <a:srgbClr val="000000">
                      <a:alpha val="40000"/>
                    </a:srgbClr>
                  </a:outerShdw>
                </a:effectLst>
                <a:uLnTx/>
                <a:uFillTx/>
                <a:latin typeface="宋体" panose="02010600030101010101" pitchFamily="2" charset="-122"/>
                <a:ea typeface="宋体" panose="02010600030101010101" pitchFamily="2" charset="-122"/>
                <a:cs typeface="宋体" panose="02010600030101010101" pitchFamily="2" charset="-122"/>
                <a:sym typeface="+mn-ea"/>
              </a:rPr>
              <a:t>大模型提示词管理</a:t>
            </a:r>
            <a:r>
              <a:rPr sz="4000" noProof="0">
                <a:ln>
                  <a:noFill/>
                </a:ln>
                <a:solidFill>
                  <a:srgbClr val="FFFFFF"/>
                </a:solidFill>
                <a:effectLst>
                  <a:outerShdw blurRad="38100" dist="19050" dir="2700000" algn="tl" rotWithShape="0">
                    <a:srgbClr val="000000">
                      <a:alpha val="40000"/>
                    </a:srgbClr>
                  </a:outerShdw>
                </a:effectLst>
                <a:uLnTx/>
                <a:uFillTx/>
                <a:latin typeface="宋体" panose="02010600030101010101" pitchFamily="2" charset="-122"/>
                <a:ea typeface="宋体" panose="02010600030101010101" pitchFamily="2" charset="-122"/>
                <a:cs typeface="宋体" panose="02010600030101010101" pitchFamily="2" charset="-122"/>
                <a:sym typeface="+mn-ea"/>
              </a:rPr>
              <a:t>系统</a:t>
            </a:r>
            <a:endParaRPr lang="zh-CN" sz="4000" b="1">
              <a:solidFill>
                <a:schemeClr val="bg1"/>
              </a:solidFill>
              <a:effectLst>
                <a:outerShdw blurRad="38100" dist="19050" dir="2700000" algn="tl" rotWithShape="0">
                  <a:schemeClr val="dk1">
                    <a:alpha val="40000"/>
                  </a:schemeClr>
                </a:outerShdw>
              </a:effectLst>
              <a:latin typeface="汉仪颜楷简" panose="00020600040101010101" charset="-122"/>
              <a:ea typeface="汉仪颜楷简" panose="00020600040101010101" charset="-122"/>
            </a:endParaRPr>
          </a:p>
        </p:txBody>
      </p:sp>
      <p:sp>
        <p:nvSpPr>
          <p:cNvPr id="4" name="TextBox 26"/>
          <p:cNvSpPr txBox="1"/>
          <p:nvPr/>
        </p:nvSpPr>
        <p:spPr>
          <a:xfrm>
            <a:off x="6243320" y="4725035"/>
            <a:ext cx="5838190" cy="521970"/>
          </a:xfrm>
          <a:prstGeom prst="rect">
            <a:avLst/>
          </a:prstGeom>
          <a:noFill/>
        </p:spPr>
        <p:txBody>
          <a:bodyPr wrap="square">
            <a:spAutoFit/>
          </a:bodyPr>
          <a:lstStyle/>
          <a:p>
            <a:pPr marL="0" marR="0" lvl="0" indent="0" algn="ctr" defTabSz="91440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a:ln>
                  <a:noFill/>
                </a:ln>
                <a:solidFill>
                  <a:srgbClr val="768395"/>
                </a:solidFill>
                <a:effectLst/>
                <a:uLnTx/>
                <a:uFillTx/>
                <a:latin typeface="宋体" panose="02010600030101010101" pitchFamily="2" charset="-122"/>
                <a:ea typeface="宋体" panose="02010600030101010101" pitchFamily="2" charset="-122"/>
              </a:rPr>
              <a:t>北航计算机学院 软工实验课程 </a:t>
            </a:r>
            <a:r>
              <a:rPr kumimoji="0" lang="en-US" altLang="zh-CN" sz="2800" b="0" i="0" u="none" strike="noStrike" kern="1200" cap="none" spc="0" normalizeH="0" baseline="0" noProof="0">
                <a:ln>
                  <a:noFill/>
                </a:ln>
                <a:solidFill>
                  <a:srgbClr val="768395"/>
                </a:solidFill>
                <a:effectLst/>
                <a:uLnTx/>
                <a:uFillTx/>
                <a:latin typeface="Times New Roman Regular" panose="02020603050405020304" charset="0"/>
                <a:ea typeface="宋体" panose="02010600030101010101" pitchFamily="2" charset="-122"/>
                <a:cs typeface="Times New Roman Regular" panose="02020603050405020304" charset="0"/>
              </a:rPr>
              <a:t>D</a:t>
            </a:r>
            <a:r>
              <a:rPr kumimoji="0" lang="zh-CN" altLang="en-US" sz="2800" b="1" i="0" u="none" strike="noStrike" kern="1200" cap="none" spc="0" normalizeH="0" baseline="0" noProof="0">
                <a:ln>
                  <a:noFill/>
                </a:ln>
                <a:solidFill>
                  <a:srgbClr val="768395"/>
                </a:solidFill>
                <a:effectLst/>
                <a:uLnTx/>
                <a:uFillTx/>
                <a:latin typeface="宋体" panose="02010600030101010101" pitchFamily="2" charset="-122"/>
                <a:ea typeface="宋体" panose="02010600030101010101" pitchFamily="2" charset="-122"/>
              </a:rPr>
              <a:t>组</a:t>
            </a:r>
            <a:endParaRPr kumimoji="0" lang="zh-CN" altLang="en-US" sz="2800" b="1" i="0" u="none" strike="noStrike" kern="1200" cap="none" spc="0" normalizeH="0" baseline="0" noProof="0">
              <a:ln>
                <a:noFill/>
              </a:ln>
              <a:solidFill>
                <a:srgbClr val="768395"/>
              </a:solidFill>
              <a:effectLst/>
              <a:uLnTx/>
              <a:uFillTx/>
              <a:latin typeface="宋体" panose="02010600030101010101" pitchFamily="2" charset="-122"/>
              <a:ea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 y="0"/>
            <a:ext cx="5845214" cy="6858000"/>
          </a:xfrm>
          <a:prstGeom prst="rect">
            <a:avLst/>
          </a:prstGeom>
          <a:solidFill>
            <a:srgbClr val="005BAC"/>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grpSp>
        <p:nvGrpSpPr>
          <p:cNvPr id="3" name="组合 2"/>
          <p:cNvGrpSpPr/>
          <p:nvPr/>
        </p:nvGrpSpPr>
        <p:grpSpPr>
          <a:xfrm>
            <a:off x="1537354" y="2658963"/>
            <a:ext cx="3458058" cy="922020"/>
            <a:chOff x="872775" y="2487402"/>
            <a:chExt cx="3458058" cy="922020"/>
          </a:xfrm>
        </p:grpSpPr>
        <p:sp>
          <p:nvSpPr>
            <p:cNvPr id="4" name="文本框 3"/>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a:ln>
                    <a:noFill/>
                  </a:ln>
                  <a:solidFill>
                    <a:srgbClr val="FFFFFF"/>
                  </a:solidFill>
                  <a:latin typeface="Arial" panose="020B0604020202020204"/>
                  <a:ea typeface="宋体" panose="02010600030101010101" pitchFamily="2" charset="-122"/>
                </a:rPr>
                <a:t>PART 01</a:t>
              </a:r>
              <a:endParaRPr lang="en-US" sz="5400" i="0" u="none" strike="noStrike" kern="1200" spc="100" baseline="0">
                <a:ln>
                  <a:noFill/>
                </a:ln>
                <a:solidFill>
                  <a:srgbClr val="FFFFFF"/>
                </a:solidFill>
                <a:latin typeface="Arial" panose="020B0604020202020204"/>
                <a:ea typeface="宋体" panose="02010600030101010101" pitchFamily="2" charset="-122"/>
              </a:endParaRPr>
            </a:p>
          </p:txBody>
        </p:sp>
        <p:sp>
          <p:nvSpPr>
            <p:cNvPr id="7" name="等腰三角形 6"/>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a:ea typeface="宋体" panose="02010600030101010101" pitchFamily="2" charset="-122"/>
              </a:endParaRPr>
            </a:p>
          </p:txBody>
        </p:sp>
      </p:grpSp>
      <p:pic>
        <p:nvPicPr>
          <p:cNvPr id="6" name="图片 5"/>
          <p:cNvPicPr>
            <a:picLocks noChangeAspect="1"/>
          </p:cNvPicPr>
          <p:nvPr/>
        </p:nvPicPr>
        <p:blipFill>
          <a:blip r:embed="rId2"/>
          <a:stretch>
            <a:fillRect/>
          </a:stretch>
        </p:blipFill>
        <p:spPr>
          <a:xfrm>
            <a:off x="9174321" y="367549"/>
            <a:ext cx="2752207" cy="633983"/>
          </a:xfrm>
          <a:prstGeom prst="rect">
            <a:avLst/>
          </a:prstGeom>
        </p:spPr>
      </p:pic>
      <p:sp>
        <p:nvSpPr>
          <p:cNvPr id="10" name="文本框 9"/>
          <p:cNvSpPr txBox="1"/>
          <p:nvPr/>
        </p:nvSpPr>
        <p:spPr>
          <a:xfrm>
            <a:off x="6774180" y="2708910"/>
            <a:ext cx="4326890" cy="1568450"/>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需求回顾</a:t>
            </a:r>
            <a:r>
              <a:rPr lang="en-US" altLang="zh-CN"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&amp;</a:t>
            </a:r>
            <a:endPar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endParaRPr>
          </a:p>
          <a:p>
            <a:pPr marL="0" lvl="0" algn="dist" defTabSz="914400">
              <a:lnSpc>
                <a:spcPct val="100000"/>
              </a:lnSpc>
              <a:spcBef>
                <a:spcPts val="0"/>
              </a:spcBef>
              <a:spcAft>
                <a:spcPts val="0"/>
              </a:spcAft>
              <a:buClrTx/>
              <a:buSzTx/>
              <a:buFontTx/>
              <a:buNone/>
            </a:pPr>
            <a:r>
              <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总体</a:t>
            </a:r>
            <a:r>
              <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架构设计</a:t>
            </a:r>
            <a:endPar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en-US" altLang="en-US"/>
              <a:t>1.1 </a:t>
            </a:r>
            <a:r>
              <a:rPr lang="zh-CN" altLang="en-US"/>
              <a:t>需求回顾</a:t>
            </a:r>
            <a:endParaRPr lang="zh-CN" altLang="en-US"/>
          </a:p>
        </p:txBody>
      </p:sp>
      <p:graphicFrame>
        <p:nvGraphicFramePr>
          <p:cNvPr id="2" name="表格 2"/>
          <p:cNvGraphicFramePr/>
          <p:nvPr>
            <p:custDataLst>
              <p:tags r:id="rId2"/>
            </p:custDataLst>
          </p:nvPr>
        </p:nvGraphicFramePr>
        <p:xfrm>
          <a:off x="605155" y="1007745"/>
          <a:ext cx="11143615" cy="5293995"/>
        </p:xfrm>
        <a:graphic>
          <a:graphicData uri="http://schemas.openxmlformats.org/drawingml/2006/table">
            <a:tbl>
              <a:tblPr firstRow="1" bandRow="1">
                <a:tableStyleId>{5C22544A-7EE6-4342-B048-85BDC9FD1C3A}</a:tableStyleId>
              </a:tblPr>
              <a:tblGrid>
                <a:gridCol w="1485900"/>
                <a:gridCol w="1800225"/>
                <a:gridCol w="6371590"/>
                <a:gridCol w="1485900"/>
              </a:tblGrid>
              <a:tr h="436880">
                <a:tc>
                  <a:txBody>
                    <a:bodyPr/>
                    <a:p>
                      <a:pPr algn="ctr">
                        <a:lnSpc>
                          <a:spcPct val="120000"/>
                        </a:lnSpc>
                        <a:spcBef>
                          <a:spcPts val="0"/>
                        </a:spcBef>
                        <a:spcAft>
                          <a:spcPts val="0"/>
                        </a:spcAft>
                      </a:pPr>
                      <a:r>
                        <a:rPr lang="zh-CN" altLang="en-US" sz="1800" b="1" spc="60">
                          <a:latin typeface="微软雅黑" panose="020B0503020204020204" charset="-122"/>
                          <a:ea typeface="微软雅黑" panose="020B0503020204020204" charset="-122"/>
                        </a:rPr>
                        <a:t>用户类型</a:t>
                      </a:r>
                      <a:endParaRPr lang="zh-CN" altLang="en-US" sz="1800" b="1"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63771"/>
                    </a:solidFill>
                  </a:tcPr>
                </a:tc>
                <a:tc>
                  <a:txBody>
                    <a:bodyPr/>
                    <a:p>
                      <a:pPr algn="ctr">
                        <a:lnSpc>
                          <a:spcPct val="120000"/>
                        </a:lnSpc>
                        <a:spcBef>
                          <a:spcPts val="0"/>
                        </a:spcBef>
                        <a:spcAft>
                          <a:spcPts val="0"/>
                        </a:spcAft>
                      </a:pPr>
                      <a:r>
                        <a:rPr lang="zh-CN" altLang="en-US" sz="1800" b="1" spc="60">
                          <a:latin typeface="微软雅黑" panose="020B0503020204020204" charset="-122"/>
                          <a:ea typeface="微软雅黑" panose="020B0503020204020204" charset="-122"/>
                        </a:rPr>
                        <a:t>一级需求</a:t>
                      </a:r>
                      <a:endParaRPr lang="zh-CN" altLang="en-US" sz="1800" b="1"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63771"/>
                    </a:solidFill>
                  </a:tcPr>
                </a:tc>
                <a:tc>
                  <a:txBody>
                    <a:bodyPr/>
                    <a:p>
                      <a:pPr algn="ctr">
                        <a:lnSpc>
                          <a:spcPct val="120000"/>
                        </a:lnSpc>
                        <a:spcBef>
                          <a:spcPts val="0"/>
                        </a:spcBef>
                        <a:spcAft>
                          <a:spcPts val="0"/>
                        </a:spcAft>
                      </a:pPr>
                      <a:r>
                        <a:rPr lang="zh-CN" altLang="en-US" sz="1800" b="1" spc="60">
                          <a:latin typeface="微软雅黑" panose="020B0503020204020204" charset="-122"/>
                          <a:ea typeface="微软雅黑" panose="020B0503020204020204" charset="-122"/>
                        </a:rPr>
                        <a:t>二级需求描述</a:t>
                      </a:r>
                      <a:endParaRPr lang="zh-CN" altLang="en-US" sz="1800" b="1"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63771"/>
                    </a:solidFill>
                  </a:tcPr>
                </a:tc>
                <a:tc>
                  <a:txBody>
                    <a:bodyPr/>
                    <a:p>
                      <a:pPr algn="ctr">
                        <a:lnSpc>
                          <a:spcPct val="120000"/>
                        </a:lnSpc>
                        <a:spcBef>
                          <a:spcPts val="0"/>
                        </a:spcBef>
                        <a:spcAft>
                          <a:spcPts val="0"/>
                        </a:spcAft>
                      </a:pPr>
                      <a:r>
                        <a:rPr lang="zh-CN" altLang="en-US" sz="1800" b="1" spc="60">
                          <a:latin typeface="微软雅黑" panose="020B0503020204020204" charset="-122"/>
                          <a:ea typeface="微软雅黑" panose="020B0503020204020204" charset="-122"/>
                        </a:rPr>
                        <a:t>规划状态</a:t>
                      </a:r>
                      <a:endParaRPr lang="zh-CN" altLang="en-US" sz="1800" b="1"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063771"/>
                    </a:solidFill>
                  </a:tcPr>
                </a:tc>
              </a:tr>
              <a:tr h="37274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游客</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浏览社区</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浏览已审核通过的公开 </a:t>
                      </a:r>
                      <a:r>
                        <a:rPr lang="en-US" altLang="zh-CN" sz="1600" b="0" spc="60">
                          <a:latin typeface="微软雅黑" panose="020B0503020204020204" charset="-122"/>
                          <a:ea typeface="微软雅黑" panose="020B0503020204020204" charset="-122"/>
                          <a:cs typeface="微软雅黑" panose="020B0503020204020204" charset="-122"/>
                        </a:rPr>
                        <a:t>Prompt</a:t>
                      </a:r>
                      <a:endParaRPr lang="en-US" altLang="zh-CN"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基础功能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r>
              <a:tr h="37401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游客</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注册 </a:t>
                      </a:r>
                      <a:r>
                        <a:rPr lang="en-US" altLang="zh-CN" sz="1600" b="0" spc="60">
                          <a:latin typeface="微软雅黑" panose="020B0503020204020204" charset="-122"/>
                          <a:ea typeface="微软雅黑" panose="020B0503020204020204" charset="-122"/>
                          <a:cs typeface="微软雅黑" panose="020B0503020204020204" charset="-122"/>
                        </a:rPr>
                        <a:t>/ </a:t>
                      </a:r>
                      <a:r>
                        <a:rPr lang="zh-CN" altLang="en-US" sz="1600" b="0" spc="60">
                          <a:latin typeface="微软雅黑" panose="020B0503020204020204" charset="-122"/>
                          <a:ea typeface="微软雅黑" panose="020B0503020204020204" charset="-122"/>
                          <a:cs typeface="微软雅黑" panose="020B0503020204020204" charset="-122"/>
                        </a:rPr>
                        <a:t>登录</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注册账号，登录后成为系统用户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基础功能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r>
              <a:tr h="37401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游客</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en-US" altLang="zh-CN" sz="1600" b="0" spc="60">
                          <a:latin typeface="微软雅黑" panose="020B0503020204020204" charset="-122"/>
                          <a:ea typeface="微软雅黑" panose="020B0503020204020204" charset="-122"/>
                          <a:cs typeface="微软雅黑" panose="020B0503020204020204" charset="-122"/>
                        </a:rPr>
                        <a:t>AI </a:t>
                      </a:r>
                      <a:r>
                        <a:rPr lang="zh-CN" altLang="en-US" sz="1600" b="0" spc="60">
                          <a:latin typeface="微软雅黑" panose="020B0503020204020204" charset="-122"/>
                          <a:ea typeface="微软雅黑" panose="020B0503020204020204" charset="-122"/>
                          <a:cs typeface="微软雅黑" panose="020B0503020204020204" charset="-122"/>
                        </a:rPr>
                        <a:t>体验</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使用系统默认 </a:t>
                      </a:r>
                      <a:r>
                        <a:rPr lang="en-US" altLang="zh-CN" sz="1600" b="0" spc="60">
                          <a:latin typeface="微软雅黑" panose="020B0503020204020204" charset="-122"/>
                          <a:ea typeface="微软雅黑" panose="020B0503020204020204" charset="-122"/>
                          <a:cs typeface="微软雅黑" panose="020B0503020204020204" charset="-122"/>
                        </a:rPr>
                        <a:t>API Key </a:t>
                      </a:r>
                      <a:r>
                        <a:rPr lang="zh-CN" altLang="en-US" sz="1600" b="0" spc="60">
                          <a:latin typeface="微软雅黑" panose="020B0503020204020204" charset="-122"/>
                          <a:ea typeface="微软雅黑" panose="020B0503020204020204" charset="-122"/>
                          <a:cs typeface="微软雅黑" panose="020B0503020204020204" charset="-122"/>
                        </a:rPr>
                        <a:t>进行有限次数 </a:t>
                      </a:r>
                      <a:r>
                        <a:rPr lang="en-US" altLang="zh-CN" sz="1600" b="0" spc="60">
                          <a:latin typeface="微软雅黑" panose="020B0503020204020204" charset="-122"/>
                          <a:ea typeface="微软雅黑" panose="020B0503020204020204" charset="-122"/>
                          <a:cs typeface="微软雅黑" panose="020B0503020204020204" charset="-122"/>
                        </a:rPr>
                        <a:t>AI </a:t>
                      </a:r>
                      <a:r>
                        <a:rPr lang="zh-CN" altLang="en-US" sz="1600" b="0" spc="60">
                          <a:latin typeface="微软雅黑" panose="020B0503020204020204" charset="-122"/>
                          <a:ea typeface="微软雅黑" panose="020B0503020204020204" charset="-122"/>
                          <a:cs typeface="微软雅黑" panose="020B0503020204020204" charset="-122"/>
                        </a:rPr>
                        <a:t>润色或测试</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特色功能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B5D5FB"/>
                    </a:solidFill>
                  </a:tcPr>
                </a:tc>
              </a:tr>
              <a:tr h="373380">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en-US" altLang="zh-CN" sz="1600" b="0" spc="60">
                          <a:latin typeface="微软雅黑" panose="020B0503020204020204" charset="-122"/>
                          <a:ea typeface="微软雅黑" panose="020B0503020204020204" charset="-122"/>
                          <a:cs typeface="微软雅黑" panose="020B0503020204020204" charset="-122"/>
                        </a:rPr>
                        <a:t>Prompt </a:t>
                      </a:r>
                      <a:r>
                        <a:rPr lang="zh-CN" altLang="en-US" sz="1600" b="0" spc="60">
                          <a:latin typeface="微软雅黑" panose="020B0503020204020204" charset="-122"/>
                          <a:ea typeface="微软雅黑" panose="020B0503020204020204" charset="-122"/>
                          <a:cs typeface="微软雅黑" panose="020B0503020204020204" charset="-122"/>
                        </a:rPr>
                        <a:t>管理</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创建、编辑、删除、查看个人 </a:t>
                      </a:r>
                      <a:r>
                        <a:rPr lang="en-US" altLang="zh-CN" sz="1600" b="0" spc="60">
                          <a:latin typeface="微软雅黑" panose="020B0503020204020204" charset="-122"/>
                          <a:ea typeface="微软雅黑" panose="020B0503020204020204" charset="-122"/>
                          <a:cs typeface="微软雅黑" panose="020B0503020204020204" charset="-122"/>
                        </a:rPr>
                        <a:t>Prompt</a:t>
                      </a:r>
                      <a:endParaRPr lang="en-US" altLang="zh-CN"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核心功能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3380">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分类管理</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通过文件夹和标签管理 </a:t>
                      </a:r>
                      <a:r>
                        <a:rPr lang="en-US" altLang="zh-CN" sz="1600" b="0" spc="60">
                          <a:latin typeface="微软雅黑" panose="020B0503020204020204" charset="-122"/>
                          <a:ea typeface="微软雅黑" panose="020B0503020204020204" charset="-122"/>
                          <a:cs typeface="微软雅黑" panose="020B0503020204020204" charset="-122"/>
                        </a:rPr>
                        <a:t>Prompt</a:t>
                      </a:r>
                      <a:endParaRPr lang="en-US" altLang="zh-CN"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核心功能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4650">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版本管理</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查看历史版本、比较差异、回溯版本</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核心功能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274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en-US" altLang="zh-CN" sz="1600" b="0" spc="60">
                          <a:latin typeface="微软雅黑" panose="020B0503020204020204" charset="-122"/>
                          <a:ea typeface="微软雅黑" panose="020B0503020204020204" charset="-122"/>
                          <a:cs typeface="微软雅黑" panose="020B0503020204020204" charset="-122"/>
                        </a:rPr>
                        <a:t>AI </a:t>
                      </a:r>
                      <a:r>
                        <a:rPr lang="zh-CN" altLang="en-US" sz="1600" b="0" spc="60">
                          <a:latin typeface="微软雅黑" panose="020B0503020204020204" charset="-122"/>
                          <a:ea typeface="微软雅黑" panose="020B0503020204020204" charset="-122"/>
                          <a:cs typeface="微软雅黑" panose="020B0503020204020204" charset="-122"/>
                        </a:rPr>
                        <a:t>润色</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优化 </a:t>
                      </a:r>
                      <a:r>
                        <a:rPr lang="en-US" altLang="zh-CN" sz="1600" b="0" spc="60">
                          <a:latin typeface="微软雅黑" panose="020B0503020204020204" charset="-122"/>
                          <a:ea typeface="微软雅黑" panose="020B0503020204020204" charset="-122"/>
                          <a:cs typeface="微软雅黑" panose="020B0503020204020204" charset="-122"/>
                        </a:rPr>
                        <a:t>Prompt </a:t>
                      </a:r>
                      <a:r>
                        <a:rPr lang="zh-CN" altLang="en-US" sz="1600" b="0" spc="60">
                          <a:latin typeface="微软雅黑" panose="020B0503020204020204" charset="-122"/>
                          <a:ea typeface="微软雅黑" panose="020B0503020204020204" charset="-122"/>
                          <a:cs typeface="微软雅黑" panose="020B0503020204020204" charset="-122"/>
                        </a:rPr>
                        <a:t>表达，返回修改建议</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特色功能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401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en-US" altLang="zh-CN" sz="1600" b="0" spc="60">
                          <a:latin typeface="微软雅黑" panose="020B0503020204020204" charset="-122"/>
                          <a:ea typeface="微软雅黑" panose="020B0503020204020204" charset="-122"/>
                          <a:cs typeface="微软雅黑" panose="020B0503020204020204" charset="-122"/>
                        </a:rPr>
                        <a:t>AI </a:t>
                      </a:r>
                      <a:r>
                        <a:rPr lang="zh-CN" altLang="en-US" sz="1600" b="0" spc="60">
                          <a:latin typeface="微软雅黑" panose="020B0503020204020204" charset="-122"/>
                          <a:ea typeface="微软雅黑" panose="020B0503020204020204" charset="-122"/>
                          <a:cs typeface="微软雅黑" panose="020B0503020204020204" charset="-122"/>
                        </a:rPr>
                        <a:t>测试</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填写变量后调用模型，验证 </a:t>
                      </a:r>
                      <a:r>
                        <a:rPr lang="en-US" altLang="zh-CN" sz="1600" b="0" spc="60">
                          <a:latin typeface="微软雅黑" panose="020B0503020204020204" charset="-122"/>
                          <a:ea typeface="微软雅黑" panose="020B0503020204020204" charset="-122"/>
                          <a:cs typeface="微软雅黑" panose="020B0503020204020204" charset="-122"/>
                        </a:rPr>
                        <a:t>Prompt </a:t>
                      </a:r>
                      <a:r>
                        <a:rPr lang="zh-CN" altLang="en-US" sz="1600" b="0" spc="60">
                          <a:latin typeface="微软雅黑" panose="020B0503020204020204" charset="-122"/>
                          <a:ea typeface="微软雅黑" panose="020B0503020204020204" charset="-122"/>
                          <a:cs typeface="微软雅黑" panose="020B0503020204020204" charset="-122"/>
                        </a:rPr>
                        <a:t>效果</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特色功能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3380">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社区分享</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将个人 </a:t>
                      </a:r>
                      <a:r>
                        <a:rPr lang="en-US" altLang="zh-CN" sz="1600" b="0" spc="60">
                          <a:latin typeface="微软雅黑" panose="020B0503020204020204" charset="-122"/>
                          <a:ea typeface="微软雅黑" panose="020B0503020204020204" charset="-122"/>
                          <a:cs typeface="微软雅黑" panose="020B0503020204020204" charset="-122"/>
                        </a:rPr>
                        <a:t>Prompt </a:t>
                      </a:r>
                      <a:r>
                        <a:rPr lang="zh-CN" altLang="en-US" sz="1600" b="0" spc="60">
                          <a:latin typeface="微软雅黑" panose="020B0503020204020204" charset="-122"/>
                          <a:ea typeface="微软雅黑" panose="020B0503020204020204" charset="-122"/>
                          <a:cs typeface="微软雅黑" panose="020B0503020204020204" charset="-122"/>
                        </a:rPr>
                        <a:t>提交审核后公开分享</a:t>
                      </a:r>
                      <a:endParaRPr lang="zh-CN" altLang="en-US"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核心功能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401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收藏 </a:t>
                      </a:r>
                      <a:r>
                        <a:rPr lang="en-US" altLang="zh-CN" sz="1600" b="0" spc="60">
                          <a:latin typeface="微软雅黑" panose="020B0503020204020204" charset="-122"/>
                          <a:ea typeface="微软雅黑" panose="020B0503020204020204" charset="-122"/>
                          <a:cs typeface="微软雅黑" panose="020B0503020204020204" charset="-122"/>
                        </a:rPr>
                        <a:t>Prompt</a:t>
                      </a:r>
                      <a:endParaRPr lang="en-US" altLang="zh-CN"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收藏社区中的优质 </a:t>
                      </a:r>
                      <a:r>
                        <a:rPr lang="en-US" altLang="zh-CN" sz="1600" b="0" spc="60">
                          <a:latin typeface="微软雅黑" panose="020B0503020204020204" charset="-122"/>
                          <a:ea typeface="微软雅黑" panose="020B0503020204020204" charset="-122"/>
                          <a:cs typeface="微软雅黑" panose="020B0503020204020204" charset="-122"/>
                        </a:rPr>
                        <a:t>Prompt</a:t>
                      </a:r>
                      <a:endParaRPr lang="en-US" altLang="zh-CN"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核心功能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E2F0D9"/>
                    </a:solidFill>
                  </a:tcPr>
                </a:tc>
              </a:tr>
              <a:tr h="373380">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管理员</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内容审核</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cs typeface="微软雅黑" panose="020B0503020204020204" charset="-122"/>
                        </a:rPr>
                        <a:t>审核用户提交的社区 </a:t>
                      </a:r>
                      <a:r>
                        <a:rPr lang="en-US" altLang="zh-CN" sz="1600" b="0" spc="60">
                          <a:latin typeface="微软雅黑" panose="020B0503020204020204" charset="-122"/>
                          <a:ea typeface="微软雅黑" panose="020B0503020204020204" charset="-122"/>
                          <a:cs typeface="微软雅黑" panose="020B0503020204020204" charset="-122"/>
                        </a:rPr>
                        <a:t>Prompt</a:t>
                      </a:r>
                      <a:endParaRPr lang="en-US" altLang="zh-CN" sz="1600" b="0" spc="60">
                        <a:latin typeface="微软雅黑" panose="020B0503020204020204" charset="-122"/>
                        <a:ea typeface="微软雅黑" panose="020B0503020204020204" charset="-122"/>
                        <a:cs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核心功能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r>
              <a:tr h="374015">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管理员</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用户管理</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查看、禁用、恢复用户账号</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管理功能</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r>
              <a:tr h="373380">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管理员</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内容治理</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pPr>
                      <a:r>
                        <a:rPr lang="zh-CN" altLang="en-US" sz="1600" b="0" spc="60">
                          <a:latin typeface="微软雅黑" panose="020B0503020204020204" charset="-122"/>
                          <a:ea typeface="微软雅黑" panose="020B0503020204020204" charset="-122"/>
                        </a:rPr>
                        <a:t>处理举报、下架违规内容、记录审计日志</a:t>
                      </a:r>
                      <a:endParaRPr lang="zh-CN" altLang="en-US" sz="1600" b="0" spc="60">
                        <a:latin typeface="微软雅黑" panose="020B0503020204020204" charset="-122"/>
                        <a:ea typeface="微软雅黑" panose="020B0503020204020204" charset="-122"/>
                      </a:endParaRPr>
                    </a:p>
                  </a:txBody>
                  <a:tcPr marL="25400" marR="25400" marT="25400" marB="25400"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c>
                  <a:txBody>
                    <a:bodyPr/>
                    <a:p>
                      <a:pPr algn="ctr">
                        <a:lnSpc>
                          <a:spcPct val="120000"/>
                        </a:lnSpc>
                        <a:spcBef>
                          <a:spcPts val="0"/>
                        </a:spcBef>
                        <a:spcAft>
                          <a:spcPts val="0"/>
                        </a:spcAft>
                        <a:buNone/>
                      </a:pPr>
                      <a:r>
                        <a:rPr lang="zh-CN" altLang="en-US" sz="1600" b="0" spc="60">
                          <a:latin typeface="微软雅黑" panose="020B0503020204020204" charset="-122"/>
                          <a:ea typeface="微软雅黑" panose="020B0503020204020204" charset="-122"/>
                        </a:rPr>
                        <a:t>管理功能</a:t>
                      </a:r>
                      <a:endParaRPr lang="zh-CN" altLang="en-US" sz="1600" b="0" spc="60">
                        <a:latin typeface="微软雅黑" panose="020B0503020204020204" charset="-122"/>
                        <a:ea typeface="微软雅黑" panose="020B0503020204020204" charset="-122"/>
                      </a:endParaRPr>
                    </a:p>
                  </a:txBody>
                  <a:tcPr marL="25400" marR="25400" marT="25400" marB="25400" anchor="ctr">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lnTlToBr>
                      <a:noFill/>
                    </a:lnTlToBr>
                    <a:lnBlToTr>
                      <a:noFill/>
                    </a:lnBlToTr>
                    <a:solidFill>
                      <a:srgbClr val="FDA0AD"/>
                    </a:solidFill>
                  </a:tcPr>
                </a:tc>
              </a:tr>
            </a:tbl>
          </a:graphicData>
        </a:graphic>
      </p:graphicFrame>
      <p:sp>
        <p:nvSpPr>
          <p:cNvPr id="3" name="灯片编号占位符 2"/>
          <p:cNvSpPr>
            <a:spLocks noGrp="1"/>
          </p:cNvSpPr>
          <p:nvPr>
            <p:ph type="sldNum" idx="4"/>
          </p:nvPr>
        </p:nvSpPr>
        <p:spPr/>
        <p:txBody>
          <a:bodyPr/>
          <a:p>
            <a:r>
              <a:rPr lang="en-US"/>
              <a:t>&lt; </a:t>
            </a:r>
            <a:fld id="{DE8F4D9F-4BF6-43BD-B085-76F087221E72}" type="slidenum">
              <a:rPr lang="zh-CN"/>
            </a:fld>
            <a:r>
              <a:rPr lang="zh-CN"/>
              <a:t> </a:t>
            </a:r>
            <a:r>
              <a:rPr lang="en-US"/>
              <a:t>&gt;</a:t>
            </a:r>
            <a:endParaRPr 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en-US" altLang="en-US"/>
              <a:t>1.2 </a:t>
            </a:r>
            <a:r>
              <a:rPr lang="zh-CN" altLang="en-US"/>
              <a:t>项目基础和新增</a:t>
            </a:r>
            <a:r>
              <a:rPr lang="zh-CN" altLang="en-US"/>
              <a:t>需求</a:t>
            </a:r>
            <a:endParaRPr lang="zh-CN" altLang="en-US"/>
          </a:p>
        </p:txBody>
      </p:sp>
      <p:sp>
        <p:nvSpPr>
          <p:cNvPr id="3" name="灯片编号占位符 2"/>
          <p:cNvSpPr>
            <a:spLocks noGrp="1"/>
          </p:cNvSpPr>
          <p:nvPr>
            <p:ph type="sldNum" idx="4"/>
          </p:nvPr>
        </p:nvSpPr>
        <p:spPr/>
        <p:txBody>
          <a:bodyPr/>
          <a:p>
            <a:r>
              <a:rPr lang="en-US"/>
              <a:t>&lt; </a:t>
            </a:r>
            <a:fld id="{DE8F4D9F-4BF6-43BD-B085-76F087221E72}" type="slidenum">
              <a:rPr lang="zh-CN"/>
            </a:fld>
            <a:r>
              <a:rPr lang="zh-CN"/>
              <a:t> </a:t>
            </a:r>
            <a:r>
              <a:rPr lang="en-US"/>
              <a:t>&gt;</a:t>
            </a:r>
            <a:endParaRPr lang="zh-CN"/>
          </a:p>
        </p:txBody>
      </p:sp>
      <p:graphicFrame>
        <p:nvGraphicFramePr>
          <p:cNvPr id="4" name="表格 3"/>
          <p:cNvGraphicFramePr/>
          <p:nvPr/>
        </p:nvGraphicFramePr>
        <p:xfrm>
          <a:off x="335280" y="978535"/>
          <a:ext cx="6141720" cy="1571625"/>
        </p:xfrm>
        <a:graphic>
          <a:graphicData uri="http://schemas.openxmlformats.org/drawingml/2006/table">
            <a:tbl>
              <a:tblPr/>
              <a:tblGrid>
                <a:gridCol w="3070860"/>
                <a:gridCol w="3070860"/>
              </a:tblGrid>
              <a:tr h="314325">
                <a:tc>
                  <a:txBody>
                    <a:bodyPr/>
                    <a:p>
                      <a:pPr algn="l">
                        <a:lnSpc>
                          <a:spcPct val="120000"/>
                        </a:lnSpc>
                        <a:spcBef>
                          <a:spcPts val="0"/>
                        </a:spcBef>
                        <a:spcAft>
                          <a:spcPts val="0"/>
                        </a:spcAft>
                        <a:buClrTx/>
                        <a:buSzTx/>
                        <a:buFontTx/>
                      </a:pPr>
                      <a:r>
                        <a:rPr lang="zh-CN" altLang="en-US" sz="1200" b="1" i="0" spc="60">
                          <a:solidFill>
                            <a:schemeClr val="dk1"/>
                          </a:solidFill>
                          <a:latin typeface="微软雅黑" panose="020B0503020204020204" charset="-122"/>
                          <a:cs typeface="+mn-ea"/>
                        </a:rPr>
                        <a:t>原项目已有基础</a:t>
                      </a:r>
                      <a:endParaRPr lang="zh-CN" altLang="en-US" sz="1200" b="1"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1" i="0" spc="60">
                          <a:solidFill>
                            <a:schemeClr val="dk1"/>
                          </a:solidFill>
                          <a:latin typeface="微软雅黑" panose="020B0503020204020204" charset="-122"/>
                          <a:cs typeface="+mn-ea"/>
                        </a:rPr>
                        <a:t>说明</a:t>
                      </a:r>
                      <a:endParaRPr lang="zh-CN" altLang="en-US" sz="1200" b="1"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14325">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Prompt 本地管理</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支持 Prompt 的保存、查看和编辑</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14325">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基础 AI 调用能力</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可以调用模型辅助处理 Prompt</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14325">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桌面端 / 单用户使用场景</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更偏向个人本地工具</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314325">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本地数据存储</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数据主要服务于当前使用者</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graphicFrame>
        <p:nvGraphicFramePr>
          <p:cNvPr id="5" name="表格 4"/>
          <p:cNvGraphicFramePr/>
          <p:nvPr/>
        </p:nvGraphicFramePr>
        <p:xfrm>
          <a:off x="335280" y="2715260"/>
          <a:ext cx="6148070" cy="3958590"/>
        </p:xfrm>
        <a:graphic>
          <a:graphicData uri="http://schemas.openxmlformats.org/drawingml/2006/table">
            <a:tbl>
              <a:tblPr/>
              <a:tblGrid>
                <a:gridCol w="3074035"/>
                <a:gridCol w="3074035"/>
              </a:tblGrid>
              <a:tr h="482600">
                <a:tc>
                  <a:txBody>
                    <a:bodyPr/>
                    <a:p>
                      <a:pPr algn="l">
                        <a:lnSpc>
                          <a:spcPct val="120000"/>
                        </a:lnSpc>
                        <a:spcBef>
                          <a:spcPts val="0"/>
                        </a:spcBef>
                        <a:spcAft>
                          <a:spcPts val="0"/>
                        </a:spcAft>
                        <a:buClrTx/>
                        <a:buSzTx/>
                        <a:buFontTx/>
                      </a:pPr>
                      <a:r>
                        <a:rPr lang="zh-CN" altLang="en-US" sz="1200" b="1" i="0" spc="60">
                          <a:solidFill>
                            <a:schemeClr val="dk1"/>
                          </a:solidFill>
                          <a:latin typeface="微软雅黑" panose="020B0503020204020204" charset="-122"/>
                          <a:cs typeface="+mn-ea"/>
                        </a:rPr>
                        <a:t>新增需求</a:t>
                      </a:r>
                      <a:endParaRPr lang="zh-CN" altLang="en-US" sz="1200" b="1"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1" i="0" spc="60">
                          <a:solidFill>
                            <a:schemeClr val="dk1"/>
                          </a:solidFill>
                          <a:latin typeface="微软雅黑" panose="020B0503020204020204" charset="-122"/>
                          <a:cs typeface="+mn-ea"/>
                        </a:rPr>
                        <a:t>对系统提出的新要求</a:t>
                      </a:r>
                      <a:endParaRPr lang="zh-CN" altLang="en-US" sz="1200" b="1"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81965">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社区分享</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需要多用户共享数据，不能只存在本地</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82600">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管理员审核</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需要后台审核流程和权限控制</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81965">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用户收藏</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需要记录用户与社区 Prompt 的关系</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82600">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举报与下架</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需要内容治理和状态管理</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82600">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游客 AI 体验</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需要服务端统一管理系统默认 API Key</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0860">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API Key 安全托管</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用户 Key 不能暴露在前端或本地明文中</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533400">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调用记录统计</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200" b="0" i="0" spc="60">
                          <a:solidFill>
                            <a:schemeClr val="dk1"/>
                          </a:solidFill>
                          <a:latin typeface="微软雅黑" panose="020B0503020204020204" charset="-122"/>
                          <a:cs typeface="+mn-ea"/>
                        </a:rPr>
                        <a:t>需要记录 AI 调用历史、耗时、Token 和错误信息</a:t>
                      </a:r>
                      <a:endParaRPr lang="zh-CN" altLang="en-US" sz="1200" b="0" i="0" spc="60">
                        <a:solidFill>
                          <a:schemeClr val="dk1"/>
                        </a:solidFill>
                        <a:latin typeface="微软雅黑" panose="020B0503020204020204" charset="-122"/>
                        <a:cs typeface="+mn-ea"/>
                      </a:endParaRPr>
                    </a:p>
                  </a:txBody>
                  <a:tcPr marL="86042" marR="86042"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
        <p:nvSpPr>
          <p:cNvPr id="8" name="圆角矩形 7"/>
          <p:cNvSpPr/>
          <p:nvPr/>
        </p:nvSpPr>
        <p:spPr>
          <a:xfrm>
            <a:off x="6816090" y="984885"/>
            <a:ext cx="4797425" cy="5517515"/>
          </a:xfrm>
          <a:prstGeom prst="roundRect">
            <a:avLst>
              <a:gd name="adj" fmla="val 9897"/>
            </a:avLst>
          </a:prstGeom>
          <a:noFill/>
          <a:ln w="15875">
            <a:solidFill>
              <a:srgbClr val="2F5597"/>
            </a:solidFill>
            <a:prstDash val="dashDot"/>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6957060" y="1259205"/>
            <a:ext cx="4460240" cy="5134610"/>
          </a:xfrm>
          <a:prstGeom prst="rect">
            <a:avLst/>
          </a:prstGeom>
        </p:spPr>
        <p:txBody>
          <a:bodyPr>
            <a:noAutofit/>
          </a:bodyPr>
          <a:p>
            <a:pPr>
              <a:spcAft>
                <a:spcPct val="60000"/>
              </a:spcAft>
            </a:pPr>
            <a:r>
              <a:rPr lang="zh-CN" altLang="en-US" sz="2300" b="1"/>
              <a:t>系统特色</a:t>
            </a:r>
            <a:r>
              <a:rPr lang="zh-CN" altLang="en-US" sz="2300" b="1"/>
              <a:t>功能</a:t>
            </a:r>
            <a:endParaRPr lang="zh-CN" altLang="en-US" sz="2300" b="1"/>
          </a:p>
          <a:p>
            <a:pPr>
              <a:buAutoNum type="arabicPeriod"/>
            </a:pPr>
            <a:r>
              <a:rPr lang="en-US" altLang="zh-CN" sz="1600" b="1"/>
              <a:t>Prompt</a:t>
            </a:r>
            <a:r>
              <a:rPr lang="zh-CN" altLang="en-US" sz="1600" b="1"/>
              <a:t>全生命周期管理</a:t>
            </a:r>
            <a:r>
              <a:rPr lang="zh-CN" altLang="en-US" sz="1600"/>
              <a:t>： 创建</a:t>
            </a:r>
            <a:r>
              <a:rPr lang="en-US" altLang="zh-CN" sz="1600"/>
              <a:t> </a:t>
            </a:r>
            <a:r>
              <a:rPr lang="en-US" altLang="en-US" sz="1600"/>
              <a:t>→</a:t>
            </a:r>
            <a:r>
              <a:rPr lang="en-US" altLang="zh-CN" sz="1600"/>
              <a:t> </a:t>
            </a:r>
            <a:r>
              <a:rPr lang="zh-CN" altLang="en-US" sz="1600"/>
              <a:t>编辑</a:t>
            </a:r>
            <a:r>
              <a:rPr lang="en-US" altLang="zh-CN" sz="1600"/>
              <a:t> </a:t>
            </a:r>
            <a:r>
              <a:rPr lang="en-US" altLang="en-US" sz="1600"/>
              <a:t>→</a:t>
            </a:r>
            <a:r>
              <a:rPr lang="en-US" altLang="zh-CN" sz="1600"/>
              <a:t> </a:t>
            </a:r>
            <a:r>
              <a:rPr lang="zh-CN" altLang="en-US" sz="1600"/>
              <a:t>分类</a:t>
            </a:r>
            <a:r>
              <a:rPr lang="en-US" altLang="zh-CN" sz="1600"/>
              <a:t> </a:t>
            </a:r>
            <a:r>
              <a:rPr lang="en-US" altLang="en-US" sz="1600"/>
              <a:t>→</a:t>
            </a:r>
            <a:r>
              <a:rPr lang="en-US" altLang="zh-CN" sz="1600"/>
              <a:t> </a:t>
            </a:r>
            <a:r>
              <a:rPr lang="zh-CN" altLang="en-US" sz="1600"/>
              <a:t>测试</a:t>
            </a:r>
            <a:r>
              <a:rPr lang="en-US" altLang="zh-CN" sz="1600"/>
              <a:t> </a:t>
            </a:r>
            <a:r>
              <a:rPr lang="en-US" altLang="en-US" sz="1600"/>
              <a:t>→</a:t>
            </a:r>
            <a:r>
              <a:rPr lang="en-US" altLang="zh-CN" sz="1600"/>
              <a:t> </a:t>
            </a:r>
            <a:r>
              <a:rPr lang="zh-CN" altLang="en-US" sz="1600"/>
              <a:t>版本回溯</a:t>
            </a:r>
            <a:r>
              <a:rPr lang="en-US" altLang="zh-CN" sz="1600"/>
              <a:t> </a:t>
            </a:r>
            <a:r>
              <a:rPr lang="en-US" altLang="en-US" sz="1600"/>
              <a:t>→</a:t>
            </a:r>
            <a:r>
              <a:rPr lang="en-US" altLang="zh-CN" sz="1600"/>
              <a:t> </a:t>
            </a:r>
            <a:r>
              <a:rPr lang="zh-CN" altLang="en-US" sz="1600"/>
              <a:t>社区分享</a:t>
            </a:r>
            <a:endParaRPr lang="zh-CN" altLang="en-US" sz="1600"/>
          </a:p>
          <a:p>
            <a:pPr>
              <a:buAutoNum type="arabicPeriod"/>
            </a:pPr>
            <a:endParaRPr lang="zh-CN" altLang="en-US" sz="1600"/>
          </a:p>
          <a:p>
            <a:pPr>
              <a:buAutoNum type="arabicPeriod"/>
            </a:pPr>
            <a:endParaRPr lang="zh-CN" altLang="en-US" sz="1600"/>
          </a:p>
          <a:p>
            <a:pPr>
              <a:buAutoNum type="arabicPeriod"/>
            </a:pPr>
            <a:r>
              <a:rPr lang="en-US" altLang="zh-CN" sz="1600" b="1"/>
              <a:t>AI</a:t>
            </a:r>
            <a:r>
              <a:rPr lang="zh-CN" altLang="en-US" sz="1600" b="1"/>
              <a:t>润色与</a:t>
            </a:r>
            <a:r>
              <a:rPr lang="en-US" altLang="zh-CN" sz="1600" b="1"/>
              <a:t>AI</a:t>
            </a:r>
            <a:r>
              <a:rPr lang="zh-CN" altLang="en-US" sz="1600" b="1"/>
              <a:t>测试</a:t>
            </a:r>
            <a:r>
              <a:rPr lang="zh-CN" altLang="en-US" sz="1600"/>
              <a:t>：系统不仅保存</a:t>
            </a:r>
            <a:r>
              <a:rPr lang="en-US" altLang="zh-CN" sz="1600"/>
              <a:t> Prompt</a:t>
            </a:r>
            <a:r>
              <a:rPr lang="zh-CN" altLang="en-US" sz="1600"/>
              <a:t>，还能帮助用户优化</a:t>
            </a:r>
            <a:r>
              <a:rPr lang="en-US" altLang="zh-CN" sz="1600"/>
              <a:t> Prompt</a:t>
            </a:r>
            <a:r>
              <a:rPr lang="zh-CN" altLang="en-US" sz="1600"/>
              <a:t>，并直接测试模型输出效果。</a:t>
            </a:r>
            <a:endParaRPr lang="zh-CN" altLang="en-US" sz="1600"/>
          </a:p>
          <a:p>
            <a:pPr>
              <a:buAutoNum type="arabicPeriod"/>
            </a:pPr>
            <a:endParaRPr lang="zh-CN" altLang="en-US" sz="1600"/>
          </a:p>
          <a:p>
            <a:pPr>
              <a:buAutoNum type="arabicPeriod"/>
            </a:pPr>
            <a:endParaRPr lang="zh-CN" altLang="en-US" sz="1600"/>
          </a:p>
          <a:p>
            <a:pPr>
              <a:buAutoNum type="arabicPeriod"/>
            </a:pPr>
            <a:r>
              <a:rPr lang="zh-CN" altLang="en-US" sz="1600" b="1"/>
              <a:t>版本控制与回溯</a:t>
            </a:r>
            <a:r>
              <a:rPr lang="zh-CN" altLang="en-US" sz="1600"/>
              <a:t>： 每次重要修改都可以形成版本快照，支持历史查看、差异对比和回溯。</a:t>
            </a:r>
            <a:endParaRPr lang="zh-CN" altLang="en-US" sz="1600"/>
          </a:p>
          <a:p>
            <a:pPr>
              <a:buAutoNum type="arabicPeriod"/>
            </a:pPr>
            <a:endParaRPr lang="zh-CN" altLang="en-US" sz="1600"/>
          </a:p>
          <a:p>
            <a:pPr>
              <a:buAutoNum type="arabicPeriod"/>
            </a:pPr>
            <a:endParaRPr lang="zh-CN" altLang="en-US" sz="1600"/>
          </a:p>
          <a:p>
            <a:pPr>
              <a:buAutoNum type="arabicPeriod"/>
            </a:pPr>
            <a:r>
              <a:rPr lang="zh-CN" altLang="en-US" sz="1600" b="1"/>
              <a:t>社区分享与审核</a:t>
            </a:r>
            <a:r>
              <a:rPr lang="zh-CN" altLang="en-US" sz="1600"/>
              <a:t>：用户提交</a:t>
            </a:r>
            <a:r>
              <a:rPr lang="en-US" altLang="zh-CN" sz="1600"/>
              <a:t> Prompt </a:t>
            </a:r>
            <a:r>
              <a:rPr lang="zh-CN" altLang="en-US" sz="1600"/>
              <a:t>到社区，管理员审核通过后公开展示，保证内容质量。</a:t>
            </a:r>
            <a:endParaRPr lang="zh-CN" altLang="en-US" sz="1600"/>
          </a:p>
          <a:p>
            <a:pPr>
              <a:buAutoNum type="arabicPeriod"/>
            </a:pPr>
            <a:endParaRPr lang="zh-CN" altLang="en-US" sz="1600"/>
          </a:p>
          <a:p>
            <a:pPr indent="0">
              <a:buNone/>
            </a:pPr>
            <a:endParaRPr lang="zh-CN" altLang="en-US" sz="1600"/>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custDataLst>
              <p:tags r:id="rId1"/>
            </p:custDataLst>
          </p:nvPr>
        </p:nvSpPr>
        <p:spPr/>
        <p:txBody>
          <a:bodyPr/>
          <a:lstStyle/>
          <a:p>
            <a:r>
              <a:rPr lang="en-US" altLang="en-US"/>
              <a:t>1.3 </a:t>
            </a:r>
            <a:r>
              <a:rPr altLang="en-US"/>
              <a:t>总体</a:t>
            </a:r>
            <a:r>
              <a:rPr altLang="en-US"/>
              <a:t>架构设计</a:t>
            </a:r>
            <a:endParaRPr altLang="en-US"/>
          </a:p>
        </p:txBody>
      </p:sp>
      <p:sp>
        <p:nvSpPr>
          <p:cNvPr id="3" name="灯片编号占位符 2"/>
          <p:cNvSpPr>
            <a:spLocks noGrp="1"/>
          </p:cNvSpPr>
          <p:nvPr>
            <p:ph type="sldNum" idx="4"/>
          </p:nvPr>
        </p:nvSpPr>
        <p:spPr/>
        <p:txBody>
          <a:bodyPr/>
          <a:p>
            <a:r>
              <a:rPr lang="en-US"/>
              <a:t>&lt; </a:t>
            </a:r>
            <a:fld id="{DE8F4D9F-4BF6-43BD-B085-76F087221E72}" type="slidenum">
              <a:rPr lang="zh-CN"/>
            </a:fld>
            <a:r>
              <a:rPr lang="zh-CN"/>
              <a:t> </a:t>
            </a:r>
            <a:r>
              <a:rPr lang="en-US"/>
              <a:t>&gt;</a:t>
            </a:r>
            <a:endParaRPr lang="zh-CN"/>
          </a:p>
        </p:txBody>
      </p:sp>
      <p:graphicFrame>
        <p:nvGraphicFramePr>
          <p:cNvPr id="2" name="表格 1"/>
          <p:cNvGraphicFramePr/>
          <p:nvPr>
            <p:custDataLst>
              <p:tags r:id="rId2"/>
            </p:custDataLst>
          </p:nvPr>
        </p:nvGraphicFramePr>
        <p:xfrm>
          <a:off x="551815" y="1124585"/>
          <a:ext cx="10890885" cy="4987925"/>
        </p:xfrm>
        <a:graphic>
          <a:graphicData uri="http://schemas.openxmlformats.org/drawingml/2006/table">
            <a:tbl>
              <a:tblPr/>
              <a:tblGrid>
                <a:gridCol w="2173605"/>
                <a:gridCol w="5086985"/>
                <a:gridCol w="3630295"/>
              </a:tblGrid>
              <a:tr h="427990">
                <a:tc>
                  <a:txBody>
                    <a:bodyPr/>
                    <a:p>
                      <a:pPr algn="l">
                        <a:lnSpc>
                          <a:spcPct val="120000"/>
                        </a:lnSpc>
                        <a:spcBef>
                          <a:spcPts val="0"/>
                        </a:spcBef>
                        <a:spcAft>
                          <a:spcPts val="0"/>
                        </a:spcAft>
                        <a:buClrTx/>
                        <a:buSzTx/>
                        <a:buFontTx/>
                      </a:pPr>
                      <a:r>
                        <a:rPr lang="zh-CN" altLang="en-US" sz="1400" b="1" i="0" spc="60">
                          <a:solidFill>
                            <a:schemeClr val="dk1"/>
                          </a:solidFill>
                          <a:latin typeface="微软雅黑" panose="020B0503020204020204" charset="-122"/>
                          <a:cs typeface="+mn-ea"/>
                        </a:rPr>
                        <a:t>层级</a:t>
                      </a:r>
                      <a:endParaRPr lang="zh-CN" altLang="en-US" sz="1400" b="1"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1" i="0" spc="60">
                          <a:solidFill>
                            <a:schemeClr val="dk1"/>
                          </a:solidFill>
                          <a:latin typeface="微软雅黑" panose="020B0503020204020204" charset="-122"/>
                          <a:cs typeface="+mn-ea"/>
                        </a:rPr>
                        <a:t>组成</a:t>
                      </a:r>
                      <a:endParaRPr lang="zh-CN" altLang="en-US" sz="1400" b="1"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1" i="0" spc="60">
                          <a:solidFill>
                            <a:schemeClr val="dk1"/>
                          </a:solidFill>
                          <a:latin typeface="微软雅黑" panose="020B0503020204020204" charset="-122"/>
                          <a:cs typeface="+mn-ea"/>
                        </a:rPr>
                        <a:t>主要作用</a:t>
                      </a:r>
                      <a:endParaRPr lang="zh-CN" altLang="en-US" sz="1400" b="1"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66115">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前端层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Vue3 / TypeScript / Vite / Axios / Element Plus 或 Ant Design Vue</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负责页面展示、用户交互、表单提交和接口请求。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25805">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表现层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Prompt 编辑页、社区页、AI 润色页、AI 测试页、管理后台、路由控制</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将数据渲染为用户可见页面，控制不同页面之间的跳转。</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37540">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代理层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Nginx 反向代理 / API 网关</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统一接收前端请求，转发到后端服务，提高安全性和部署灵活性。</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650875">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业务层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用户服务、Prompt 服务、版本服务、AI 服务、社区服务、管理员服务</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处理核心业务逻辑，是系统功能实现的主要部分。</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427355">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访问层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en-US" altLang="zh-CN" sz="1400" b="0" i="0" spc="60">
                          <a:solidFill>
                            <a:schemeClr val="dk1"/>
                          </a:solidFill>
                          <a:latin typeface="微软雅黑" panose="020B0503020204020204" charset="-122"/>
                          <a:cs typeface="+mn-ea"/>
                        </a:rPr>
                        <a:t>Django </a:t>
                      </a:r>
                      <a:r>
                        <a:rPr lang="zh-CN" altLang="en-US" sz="1400" b="0" i="0" spc="60">
                          <a:solidFill>
                            <a:schemeClr val="dk1"/>
                          </a:solidFill>
                          <a:latin typeface="微软雅黑" panose="020B0503020204020204" charset="-122"/>
                          <a:cs typeface="+mn-ea"/>
                        </a:rPr>
                        <a:t>ORM / Repository / SQL Mapper</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封装数据库访问，避免业务层直接操作 SQL。</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26440">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基础</a:t>
                      </a:r>
                      <a:r>
                        <a:rPr lang="zh-CN" altLang="en-US" sz="1400" b="0" i="0" spc="60">
                          <a:solidFill>
                            <a:schemeClr val="dk1"/>
                          </a:solidFill>
                          <a:latin typeface="微软雅黑" panose="020B0503020204020204" charset="-122"/>
                          <a:cs typeface="+mn-ea"/>
                        </a:rPr>
                        <a:t>设施层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事务控制、权限校验（</a:t>
                      </a:r>
                      <a:r>
                        <a:rPr lang="en-US" altLang="zh-CN" sz="1400" b="0" i="0" spc="60">
                          <a:solidFill>
                            <a:schemeClr val="dk1"/>
                          </a:solidFill>
                          <a:latin typeface="微软雅黑" panose="020B0503020204020204" charset="-122"/>
                          <a:cs typeface="+mn-ea"/>
                        </a:rPr>
                        <a:t>RBAC+JWT</a:t>
                      </a:r>
                      <a:r>
                        <a:rPr lang="zh-CN" altLang="en-US" sz="1400" b="0" i="0" spc="60">
                          <a:solidFill>
                            <a:schemeClr val="dk1"/>
                          </a:solidFill>
                          <a:latin typeface="微软雅黑" panose="020B0503020204020204" charset="-122"/>
                          <a:cs typeface="+mn-ea"/>
                        </a:rPr>
                        <a:t>）、日志记录、异常处理、缓存</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保证数据一致性、安全性、可追踪性和系统稳定性。</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r h="725805">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数据与外部服务层</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PostgreSQL / Redis / 第三方 AI 服务</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c>
                  <a:txBody>
                    <a:bodyPr/>
                    <a:p>
                      <a:pPr algn="l">
                        <a:lnSpc>
                          <a:spcPct val="120000"/>
                        </a:lnSpc>
                        <a:spcBef>
                          <a:spcPts val="0"/>
                        </a:spcBef>
                        <a:spcAft>
                          <a:spcPts val="0"/>
                        </a:spcAft>
                        <a:buClrTx/>
                        <a:buSzTx/>
                        <a:buFontTx/>
                      </a:pPr>
                      <a:r>
                        <a:rPr lang="zh-CN" altLang="en-US" sz="1400" b="0" i="0" spc="60">
                          <a:solidFill>
                            <a:schemeClr val="dk1"/>
                          </a:solidFill>
                          <a:latin typeface="微软雅黑" panose="020B0503020204020204" charset="-122"/>
                          <a:cs typeface="+mn-ea"/>
                        </a:rPr>
                        <a:t>保存业务数据，提供缓存能力，并接入外部大模型服务。</a:t>
                      </a:r>
                      <a:endParaRPr lang="zh-CN" altLang="en-US" sz="1400" b="0" i="0" spc="60">
                        <a:solidFill>
                          <a:schemeClr val="dk1"/>
                        </a:solidFill>
                        <a:latin typeface="微软雅黑" panose="020B0503020204020204" charset="-122"/>
                        <a:cs typeface="+mn-ea"/>
                      </a:endParaRPr>
                    </a:p>
                  </a:txBody>
                  <a:tcPr marL="95567" marR="95567" marT="47942" marB="47942" anchor="ctr" anchorCtr="0">
                    <a:lnL w="12700">
                      <a:solidFill>
                        <a:schemeClr val="tx1"/>
                      </a:solidFill>
                      <a:prstDash val="solid"/>
                    </a:lnL>
                    <a:lnR w="12700">
                      <a:solidFill>
                        <a:schemeClr val="tx1"/>
                      </a:solidFill>
                      <a:prstDash val="solid"/>
                    </a:lnR>
                    <a:lnT w="12700">
                      <a:solidFill>
                        <a:schemeClr val="tx1"/>
                      </a:solidFill>
                      <a:prstDash val="solid"/>
                    </a:lnT>
                    <a:lnB w="12700">
                      <a:solidFill>
                        <a:schemeClr val="tx1"/>
                      </a:solidFill>
                      <a:prstDash val="solid"/>
                    </a:lnB>
                    <a:noFill/>
                  </a:tcPr>
                </a:tc>
              </a:tr>
            </a:tbl>
          </a:graphicData>
        </a:graphic>
      </p:graphicFrame>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 y="0"/>
            <a:ext cx="5845214" cy="6858000"/>
          </a:xfrm>
          <a:prstGeom prst="rect">
            <a:avLst/>
          </a:prstGeom>
          <a:solidFill>
            <a:srgbClr val="005BAC"/>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grpSp>
        <p:nvGrpSpPr>
          <p:cNvPr id="3" name="组合 2"/>
          <p:cNvGrpSpPr/>
          <p:nvPr/>
        </p:nvGrpSpPr>
        <p:grpSpPr>
          <a:xfrm>
            <a:off x="1537354" y="2658963"/>
            <a:ext cx="3458058" cy="922020"/>
            <a:chOff x="872775" y="2487402"/>
            <a:chExt cx="3458058" cy="922020"/>
          </a:xfrm>
        </p:grpSpPr>
        <p:sp>
          <p:nvSpPr>
            <p:cNvPr id="4" name="文本框 3"/>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a:ln>
                    <a:noFill/>
                  </a:ln>
                  <a:solidFill>
                    <a:srgbClr val="FFFFFF"/>
                  </a:solidFill>
                  <a:latin typeface="Arial" panose="020B0604020202020204"/>
                  <a:ea typeface="宋体" panose="02010600030101010101" pitchFamily="2" charset="-122"/>
                </a:rPr>
                <a:t>PART 02</a:t>
              </a:r>
              <a:endParaRPr lang="en-US" sz="5400" i="0" u="none" strike="noStrike" kern="1200" spc="100" baseline="0">
                <a:ln>
                  <a:noFill/>
                </a:ln>
                <a:solidFill>
                  <a:srgbClr val="FFFFFF"/>
                </a:solidFill>
                <a:latin typeface="Arial" panose="020B0604020202020204"/>
                <a:ea typeface="宋体" panose="02010600030101010101" pitchFamily="2" charset="-122"/>
              </a:endParaRPr>
            </a:p>
          </p:txBody>
        </p:sp>
        <p:sp>
          <p:nvSpPr>
            <p:cNvPr id="7" name="等腰三角形 6"/>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a:ea typeface="宋体" panose="02010600030101010101" pitchFamily="2" charset="-122"/>
              </a:endParaRPr>
            </a:p>
          </p:txBody>
        </p:sp>
      </p:grpSp>
      <p:pic>
        <p:nvPicPr>
          <p:cNvPr id="6" name="图片 5"/>
          <p:cNvPicPr>
            <a:picLocks noChangeAspect="1"/>
          </p:cNvPicPr>
          <p:nvPr/>
        </p:nvPicPr>
        <p:blipFill>
          <a:blip r:embed="rId2"/>
          <a:stretch>
            <a:fillRect/>
          </a:stretch>
        </p:blipFill>
        <p:spPr>
          <a:xfrm>
            <a:off x="9174321" y="367549"/>
            <a:ext cx="2752207" cy="633983"/>
          </a:xfrm>
          <a:prstGeom prst="rect">
            <a:avLst/>
          </a:prstGeom>
        </p:spPr>
      </p:pic>
      <p:sp>
        <p:nvSpPr>
          <p:cNvPr id="10" name="文本框 9"/>
          <p:cNvSpPr txBox="1"/>
          <p:nvPr/>
        </p:nvSpPr>
        <p:spPr>
          <a:xfrm>
            <a:off x="6774180" y="2708910"/>
            <a:ext cx="4326890"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数据库</a:t>
            </a:r>
            <a:r>
              <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设计</a:t>
            </a:r>
            <a:endPar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t>2.1 </a:t>
            </a:r>
            <a:r>
              <a:rPr>
                <a:latin typeface="黑体" panose="02010609060101010101" charset="-122"/>
                <a:ea typeface="黑体" panose="02010609060101010101" charset="-122"/>
              </a:rPr>
              <a:t>数据库表</a:t>
            </a:r>
            <a:r>
              <a:rPr>
                <a:latin typeface="黑体" panose="02010609060101010101" charset="-122"/>
                <a:ea typeface="黑体" panose="02010609060101010101" charset="-122"/>
              </a:rPr>
              <a:t>设计</a:t>
            </a:r>
            <a:endParaRPr>
              <a:latin typeface="黑体" panose="02010609060101010101" charset="-122"/>
              <a:ea typeface="黑体" panose="02010609060101010101" charset="-122"/>
            </a:endParaRPr>
          </a:p>
        </p:txBody>
      </p:sp>
      <p:sp>
        <p:nvSpPr>
          <p:cNvPr id="4" name="灯片编号占位符 3"/>
          <p:cNvSpPr>
            <a:spLocks noGrp="1"/>
          </p:cNvSpPr>
          <p:nvPr>
            <p:ph type="sldNum" idx="4"/>
          </p:nvPr>
        </p:nvSpPr>
        <p:spPr/>
        <p:txBody>
          <a:bodyPr/>
          <a:lstStyle/>
          <a:p>
            <a:r>
              <a:rPr lang="en-US"/>
              <a:t>&lt; </a:t>
            </a:r>
            <a:fld id="{F957C8C4-8C64-45FB-A234-0F692E979DF4}" type="slidenum">
              <a:rPr lang="zh-CN"/>
            </a:fld>
            <a:r>
              <a:rPr lang="zh-CN"/>
              <a:t> </a:t>
            </a:r>
            <a:r>
              <a:rPr lang="en-US"/>
              <a:t>&gt;</a:t>
            </a:r>
            <a:endParaRPr lang="zh-CN"/>
          </a:p>
        </p:txBody>
      </p:sp>
      <p:grpSp>
        <p:nvGrpSpPr>
          <p:cNvPr id="14" name="组合 13"/>
          <p:cNvGrpSpPr/>
          <p:nvPr/>
        </p:nvGrpSpPr>
        <p:grpSpPr>
          <a:xfrm>
            <a:off x="479425" y="952500"/>
            <a:ext cx="11292840" cy="5888355"/>
            <a:chOff x="642" y="1500"/>
            <a:chExt cx="17784" cy="9300"/>
          </a:xfrm>
        </p:grpSpPr>
        <p:pic>
          <p:nvPicPr>
            <p:cNvPr id="15" name="图片 14" descr="ChatGPT Image 2026年5月7日 19_30_01"/>
            <p:cNvPicPr>
              <a:picLocks noChangeAspect="1"/>
            </p:cNvPicPr>
            <p:nvPr/>
          </p:nvPicPr>
          <p:blipFill>
            <a:blip r:embed="rId1"/>
            <a:stretch>
              <a:fillRect/>
            </a:stretch>
          </p:blipFill>
          <p:spPr>
            <a:xfrm>
              <a:off x="642" y="1500"/>
              <a:ext cx="17784" cy="9300"/>
            </a:xfrm>
            <a:prstGeom prst="rect">
              <a:avLst/>
            </a:prstGeom>
          </p:spPr>
        </p:pic>
        <p:sp>
          <p:nvSpPr>
            <p:cNvPr id="16" name="圆角矩形 15"/>
            <p:cNvSpPr/>
            <p:nvPr/>
          </p:nvSpPr>
          <p:spPr>
            <a:xfrm>
              <a:off x="14930" y="8036"/>
              <a:ext cx="2282" cy="329"/>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t>2.2 </a:t>
            </a:r>
            <a:r>
              <a:rPr altLang="en-US"/>
              <a:t>用户相关</a:t>
            </a:r>
            <a:r>
              <a:rPr>
                <a:latin typeface="黑体" panose="02010609060101010101" charset="-122"/>
                <a:ea typeface="黑体" panose="02010609060101010101" charset="-122"/>
              </a:rPr>
              <a:t>表设计</a:t>
            </a:r>
            <a:endParaRPr>
              <a:latin typeface="黑体" panose="02010609060101010101" charset="-122"/>
              <a:ea typeface="黑体" panose="02010609060101010101" charset="-122"/>
            </a:endParaRPr>
          </a:p>
        </p:txBody>
      </p:sp>
      <p:sp>
        <p:nvSpPr>
          <p:cNvPr id="4" name="灯片编号占位符 3"/>
          <p:cNvSpPr>
            <a:spLocks noGrp="1"/>
          </p:cNvSpPr>
          <p:nvPr>
            <p:ph type="sldNum" idx="4"/>
          </p:nvPr>
        </p:nvSpPr>
        <p:spPr/>
        <p:txBody>
          <a:bodyPr/>
          <a:lstStyle/>
          <a:p>
            <a:r>
              <a:rPr lang="en-US"/>
              <a:t>&lt; </a:t>
            </a:r>
            <a:fld id="{F957C8C4-8C64-45FB-A234-0F692E979DF4}" type="slidenum">
              <a:rPr lang="zh-CN"/>
            </a:fld>
            <a:r>
              <a:rPr lang="zh-CN"/>
              <a:t> </a:t>
            </a:r>
            <a:r>
              <a:rPr lang="en-US"/>
              <a:t>&gt;</a:t>
            </a:r>
            <a:endParaRPr lang="zh-CN"/>
          </a:p>
        </p:txBody>
      </p:sp>
      <p:graphicFrame>
        <p:nvGraphicFramePr>
          <p:cNvPr id="13" name="表格 12"/>
          <p:cNvGraphicFramePr/>
          <p:nvPr>
            <p:custDataLst>
              <p:tags r:id="rId1"/>
            </p:custDataLst>
          </p:nvPr>
        </p:nvGraphicFramePr>
        <p:xfrm>
          <a:off x="5951855" y="1014730"/>
          <a:ext cx="6128385" cy="5654040"/>
        </p:xfrm>
        <a:graphic>
          <a:graphicData uri="http://schemas.openxmlformats.org/drawingml/2006/table">
            <a:tbl>
              <a:tblPr firstRow="1" bandRow="1">
                <a:tableStyleId>{1FECB4D8-DB02-4DC6-A0A2-4F2EBAE1DC90}</a:tableStyleId>
              </a:tblPr>
              <a:tblGrid>
                <a:gridCol w="1155700"/>
                <a:gridCol w="1158875"/>
                <a:gridCol w="1878965"/>
                <a:gridCol w="1934845"/>
              </a:tblGrid>
              <a:tr h="524510">
                <a:tc>
                  <a:txBody>
                    <a:bodyPr/>
                    <a:p>
                      <a:pPr algn="ctr"/>
                      <a:r>
                        <a:rPr lang="zh-CN" altLang="en-US" sz="1600"/>
                        <a:t>字段名称</a:t>
                      </a:r>
                      <a:endParaRPr lang="zh-CN" altLang="en-US" sz="1600"/>
                    </a:p>
                  </a:txBody>
                  <a:tcPr marL="0" marR="0" marT="0" marB="0" anchor="ctr" anchorCtr="0"/>
                </a:tc>
                <a:tc>
                  <a:txBody>
                    <a:bodyPr/>
                    <a:p>
                      <a:pPr algn="ctr"/>
                      <a:r>
                        <a:rPr lang="zh-CN" altLang="en-US" sz="1600"/>
                        <a:t>数据类型</a:t>
                      </a:r>
                      <a:endParaRPr lang="zh-CN" altLang="en-US" sz="1600"/>
                    </a:p>
                  </a:txBody>
                  <a:tcPr marL="0" marR="0" marT="0" marB="0" anchor="ctr" anchorCtr="0"/>
                </a:tc>
                <a:tc>
                  <a:txBody>
                    <a:bodyPr/>
                    <a:p>
                      <a:pPr algn="ctr"/>
                      <a:r>
                        <a:rPr lang="zh-CN" altLang="en-US" sz="1600"/>
                        <a:t>约束</a:t>
                      </a:r>
                      <a:endParaRPr lang="zh-CN" altLang="en-US" sz="1600"/>
                    </a:p>
                  </a:txBody>
                  <a:tcPr marL="0" marR="0" marT="0" marB="0" anchor="ctr" anchorCtr="0"/>
                </a:tc>
                <a:tc>
                  <a:txBody>
                    <a:bodyPr/>
                    <a:p>
                      <a:pPr algn="ctr"/>
                      <a:r>
                        <a:rPr lang="zh-CN" altLang="en-US" sz="1600"/>
                        <a:t>说明</a:t>
                      </a:r>
                      <a:endParaRPr lang="zh-CN" altLang="en-US" sz="1600"/>
                    </a:p>
                  </a:txBody>
                  <a:tcPr marL="0" marR="0" marT="0" marB="0" anchor="ctr" anchorCtr="0"/>
                </a:tc>
              </a:tr>
              <a:tr h="427355">
                <a:tc>
                  <a:txBody>
                    <a:bodyPr/>
                    <a:p>
                      <a:pPr algn="ctr">
                        <a:buClrTx/>
                        <a:buSzTx/>
                        <a:buFontTx/>
                      </a:pPr>
                      <a:r>
                        <a:rPr lang="en-US" altLang="zh-CN" sz="1200">
                          <a:cs typeface="+mn-ea"/>
                        </a:rPr>
                        <a:t>id</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PK, 默认生成</a:t>
                      </a:r>
                      <a:endParaRPr lang="en-US" altLang="zh-CN" sz="1200">
                        <a:cs typeface="+mn-ea"/>
                      </a:endParaRPr>
                    </a:p>
                  </a:txBody>
                  <a:tcPr marL="0" marR="0" marT="0" marB="0" anchor="ctr" anchorCtr="0"/>
                </a:tc>
                <a:tc>
                  <a:txBody>
                    <a:bodyPr/>
                    <a:p>
                      <a:pPr algn="ctr">
                        <a:buClrTx/>
                        <a:buSzTx/>
                        <a:buFontTx/>
                      </a:pPr>
                      <a:r>
                        <a:rPr lang="en-US" altLang="zh-CN" sz="1200">
                          <a:cs typeface="+mn-ea"/>
                        </a:rPr>
                        <a:t>配置 ID</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user_id</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FK(users.id), UNIQUE</a:t>
                      </a:r>
                      <a:endParaRPr lang="en-US" altLang="zh-CN" sz="1200">
                        <a:cs typeface="+mn-ea"/>
                      </a:endParaRPr>
                    </a:p>
                  </a:txBody>
                  <a:tcPr marL="0" marR="0" marT="0" marB="0" anchor="ctr" anchorCtr="0"/>
                </a:tc>
                <a:tc>
                  <a:txBody>
                    <a:bodyPr/>
                    <a:p>
                      <a:pPr algn="ctr">
                        <a:buClrTx/>
                        <a:buSzTx/>
                        <a:buFontTx/>
                      </a:pPr>
                      <a:r>
                        <a:rPr lang="en-US" altLang="zh-CN" sz="1200">
                          <a:cs typeface="+mn-ea"/>
                        </a:rPr>
                        <a:t>所属用户</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provider</a:t>
                      </a:r>
                      <a:endParaRPr lang="en-US" altLang="zh-CN" sz="1200">
                        <a:cs typeface="+mn-ea"/>
                      </a:endParaRPr>
                    </a:p>
                  </a:txBody>
                  <a:tcPr marL="0" marR="0" marT="0" marB="0" anchor="ctr" anchorCtr="0"/>
                </a:tc>
                <a:tc>
                  <a:txBody>
                    <a:bodyPr/>
                    <a:p>
                      <a:pPr algn="ctr">
                        <a:buClrTx/>
                        <a:buSzTx/>
                        <a:buFontTx/>
                      </a:pPr>
                      <a:r>
                        <a:rPr lang="en-US" altLang="zh-CN" sz="1200">
                          <a:cs typeface="+mn-ea"/>
                        </a:rPr>
                        <a:t>VARCHAR(50)</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AI 服务商 (openai, deepseek等)</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base_url</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API 代理/基础地址</a:t>
                      </a:r>
                      <a:endParaRPr lang="en-US" altLang="zh-CN" sz="1200">
                        <a:cs typeface="+mn-ea"/>
                      </a:endParaRPr>
                    </a:p>
                  </a:txBody>
                  <a:tcPr marL="0" marR="0" marT="0" marB="0" anchor="ctr" anchorCtr="0"/>
                </a:tc>
              </a:tr>
              <a:tr h="427990">
                <a:tc>
                  <a:txBody>
                    <a:bodyPr/>
                    <a:p>
                      <a:pPr algn="ctr">
                        <a:buClrTx/>
                        <a:buSzTx/>
                        <a:buFontTx/>
                      </a:pPr>
                      <a:r>
                        <a:rPr lang="en-US" altLang="zh-CN" sz="1200">
                          <a:cs typeface="+mn-ea"/>
                        </a:rPr>
                        <a:t>encrypted_api_key</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加密后的 API Key</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key_mask</a:t>
                      </a:r>
                      <a:endParaRPr lang="en-US" altLang="zh-CN" sz="1200">
                        <a:cs typeface="+mn-ea"/>
                      </a:endParaRPr>
                    </a:p>
                  </a:txBody>
                  <a:tcPr marL="0" marR="0" marT="0" marB="0" anchor="ctr" anchorCtr="0"/>
                </a:tc>
                <a:tc>
                  <a:txBody>
                    <a:bodyPr/>
                    <a:p>
                      <a:pPr algn="ctr">
                        <a:buClrTx/>
                        <a:buSzTx/>
                        <a:buFontTx/>
                      </a:pPr>
                      <a:r>
                        <a:rPr lang="en-US" altLang="zh-CN" sz="1200">
                          <a:cs typeface="+mn-ea"/>
                        </a:rPr>
                        <a:t>VARCHAR(50)</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脱敏后的 Key (如 sk-***abcd)</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default_model</a:t>
                      </a:r>
                      <a:endParaRPr lang="en-US" altLang="zh-CN" sz="1200">
                        <a:cs typeface="+mn-ea"/>
                      </a:endParaRPr>
                    </a:p>
                  </a:txBody>
                  <a:tcPr marL="0" marR="0" marT="0" marB="0" anchor="ctr" anchorCtr="0"/>
                </a:tc>
                <a:tc>
                  <a:txBody>
                    <a:bodyPr/>
                    <a:p>
                      <a:pPr algn="ctr">
                        <a:buClrTx/>
                        <a:buSzTx/>
                        <a:buFontTx/>
                      </a:pPr>
                      <a:r>
                        <a:rPr lang="en-US" altLang="zh-CN" sz="1200">
                          <a:cs typeface="+mn-ea"/>
                        </a:rPr>
                        <a:t>VARCHAR(100)</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默认使用的模型</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is_verified</a:t>
                      </a:r>
                      <a:endParaRPr lang="en-US" altLang="zh-CN" sz="1200">
                        <a:cs typeface="+mn-ea"/>
                      </a:endParaRPr>
                    </a:p>
                  </a:txBody>
                  <a:tcPr marL="0" marR="0" marT="0" marB="0" anchor="ctr" anchorCtr="0"/>
                </a:tc>
                <a:tc>
                  <a:txBody>
                    <a:bodyPr/>
                    <a:p>
                      <a:pPr algn="ctr">
                        <a:buClrTx/>
                        <a:buSzTx/>
                        <a:buFontTx/>
                      </a:pPr>
                      <a:r>
                        <a:rPr lang="en-US" altLang="zh-CN" sz="1200">
                          <a:cs typeface="+mn-ea"/>
                        </a:rPr>
                        <a:t>BOOLEAN</a:t>
                      </a:r>
                      <a:endParaRPr lang="en-US" altLang="zh-CN" sz="1200">
                        <a:cs typeface="+mn-ea"/>
                      </a:endParaRPr>
                    </a:p>
                  </a:txBody>
                  <a:tcPr marL="0" marR="0" marT="0" marB="0" anchor="ctr" anchorCtr="0"/>
                </a:tc>
                <a:tc>
                  <a:txBody>
                    <a:bodyPr/>
                    <a:p>
                      <a:pPr algn="ctr">
                        <a:buClrTx/>
                        <a:buSzTx/>
                        <a:buFontTx/>
                      </a:pPr>
                      <a:r>
                        <a:rPr lang="en-US" altLang="zh-CN" sz="1200">
                          <a:cs typeface="+mn-ea"/>
                        </a:rPr>
                        <a:t>NOT NULL, DEFAULT FALSE</a:t>
                      </a:r>
                      <a:endParaRPr lang="en-US" altLang="zh-CN" sz="1200">
                        <a:cs typeface="+mn-ea"/>
                      </a:endParaRPr>
                    </a:p>
                  </a:txBody>
                  <a:tcPr marL="0" marR="0" marT="0" marB="0" anchor="ctr" anchorCtr="0"/>
                </a:tc>
                <a:tc>
                  <a:txBody>
                    <a:bodyPr/>
                    <a:p>
                      <a:pPr algn="ctr">
                        <a:buClrTx/>
                        <a:buSzTx/>
                        <a:buFontTx/>
                      </a:pPr>
                      <a:r>
                        <a:rPr lang="en-US" altLang="zh-CN" sz="1200">
                          <a:cs typeface="+mn-ea"/>
                        </a:rPr>
                        <a:t>最近一次连通性校验是否成功</a:t>
                      </a:r>
                      <a:endParaRPr lang="en-US" altLang="zh-CN" sz="1200">
                        <a:cs typeface="+mn-ea"/>
                      </a:endParaRPr>
                    </a:p>
                  </a:txBody>
                  <a:tcPr marL="0" marR="0" marT="0" marB="0" anchor="ctr" anchorCtr="0"/>
                </a:tc>
              </a:tr>
              <a:tr h="427990">
                <a:tc>
                  <a:txBody>
                    <a:bodyPr/>
                    <a:p>
                      <a:pPr algn="ctr">
                        <a:buClrTx/>
                        <a:buSzTx/>
                        <a:buFontTx/>
                      </a:pPr>
                      <a:r>
                        <a:rPr lang="en-US" altLang="zh-CN" sz="1200">
                          <a:cs typeface="+mn-ea"/>
                        </a:rPr>
                        <a:t>last_verified_at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最近一次校验时间</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status</a:t>
                      </a:r>
                      <a:endParaRPr lang="en-US" altLang="zh-CN" sz="1200">
                        <a:cs typeface="+mn-ea"/>
                      </a:endParaRPr>
                    </a:p>
                  </a:txBody>
                  <a:tcPr marL="0" marR="0" marT="0" marB="0" anchor="ctr" anchorCtr="0"/>
                </a:tc>
                <a:tc>
                  <a:txBody>
                    <a:bodyPr/>
                    <a:p>
                      <a:pPr algn="ctr">
                        <a:buClrTx/>
                        <a:buSzTx/>
                        <a:buFontTx/>
                      </a:pPr>
                      <a:r>
                        <a:rPr lang="en-US" altLang="zh-CN" sz="1200">
                          <a:cs typeface="+mn-ea"/>
                        </a:rPr>
                        <a:t>VARCHAR(20)</a:t>
                      </a:r>
                      <a:endParaRPr lang="en-US" altLang="zh-CN" sz="1200">
                        <a:cs typeface="+mn-ea"/>
                      </a:endParaRPr>
                    </a:p>
                  </a:txBody>
                  <a:tcPr marL="0" marR="0" marT="0" marB="0" anchor="ctr" anchorCtr="0"/>
                </a:tc>
                <a:tc>
                  <a:txBody>
                    <a:bodyPr/>
                    <a:p>
                      <a:pPr algn="ctr">
                        <a:buClrTx/>
                        <a:buSzTx/>
                        <a:buFontTx/>
                      </a:pPr>
                      <a:r>
                        <a:rPr lang="en-US" altLang="zh-CN" sz="1200">
                          <a:cs typeface="+mn-ea"/>
                        </a:rPr>
                        <a:t>DEFAULT 'active'</a:t>
                      </a:r>
                      <a:endParaRPr lang="en-US" altLang="zh-CN" sz="1200">
                        <a:cs typeface="+mn-ea"/>
                      </a:endParaRPr>
                    </a:p>
                  </a:txBody>
                  <a:tcPr marL="0" marR="0" marT="0" marB="0" anchor="ctr" anchorCtr="0"/>
                </a:tc>
                <a:tc>
                  <a:txBody>
                    <a:bodyPr/>
                    <a:p>
                      <a:pPr algn="ctr">
                        <a:buClrTx/>
                        <a:buSzTx/>
                        <a:buFontTx/>
                      </a:pPr>
                      <a:r>
                        <a:rPr lang="en-US" altLang="zh-CN" sz="1200">
                          <a:cs typeface="+mn-ea"/>
                        </a:rPr>
                        <a:t>active / disabled</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created_at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创建时间</a:t>
                      </a:r>
                      <a:endParaRPr lang="en-US" altLang="zh-CN" sz="1200">
                        <a:cs typeface="+mn-ea"/>
                      </a:endParaRPr>
                    </a:p>
                  </a:txBody>
                  <a:tcPr marL="0" marR="0" marT="0" marB="0" anchor="ctr" anchorCtr="0"/>
                </a:tc>
              </a:tr>
              <a:tr h="427355">
                <a:tc>
                  <a:txBody>
                    <a:bodyPr/>
                    <a:p>
                      <a:pPr algn="ctr">
                        <a:buClrTx/>
                        <a:buSzTx/>
                        <a:buFontTx/>
                        <a:buNone/>
                      </a:pPr>
                      <a:r>
                        <a:rPr lang="en-US" altLang="zh-CN" sz="1200">
                          <a:cs typeface="+mn-ea"/>
                        </a:rPr>
                        <a:t>updated_at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zh-CN" altLang="en-US" sz="1200">
                          <a:cs typeface="+mn-ea"/>
                        </a:rPr>
                        <a:t>更新</a:t>
                      </a:r>
                      <a:r>
                        <a:rPr lang="zh-CN" altLang="en-US" sz="1200">
                          <a:cs typeface="+mn-ea"/>
                        </a:rPr>
                        <a:t>时间</a:t>
                      </a:r>
                      <a:endParaRPr lang="zh-CN" altLang="en-US" sz="1200">
                        <a:cs typeface="+mn-ea"/>
                      </a:endParaRPr>
                    </a:p>
                  </a:txBody>
                  <a:tcPr marL="0" marR="0" marT="0" marB="0" anchor="ctr" anchorCtr="0"/>
                </a:tc>
              </a:tr>
            </a:tbl>
          </a:graphicData>
        </a:graphic>
      </p:graphicFrame>
      <p:graphicFrame>
        <p:nvGraphicFramePr>
          <p:cNvPr id="18" name="表格 17"/>
          <p:cNvGraphicFramePr/>
          <p:nvPr>
            <p:custDataLst>
              <p:tags r:id="rId2"/>
            </p:custDataLst>
          </p:nvPr>
        </p:nvGraphicFramePr>
        <p:xfrm>
          <a:off x="119380" y="1012825"/>
          <a:ext cx="5643245" cy="5673725"/>
        </p:xfrm>
        <a:graphic>
          <a:graphicData uri="http://schemas.openxmlformats.org/drawingml/2006/table">
            <a:tbl>
              <a:tblPr firstRow="1" bandRow="1">
                <a:tableStyleId>{1FECB4D8-DB02-4DC6-A0A2-4F2EBAE1DC90}</a:tableStyleId>
              </a:tblPr>
              <a:tblGrid>
                <a:gridCol w="1213485"/>
                <a:gridCol w="984250"/>
                <a:gridCol w="1393825"/>
                <a:gridCol w="2051685"/>
              </a:tblGrid>
              <a:tr h="524510">
                <a:tc>
                  <a:txBody>
                    <a:bodyPr/>
                    <a:p>
                      <a:pPr algn="ctr"/>
                      <a:r>
                        <a:rPr lang="zh-CN" altLang="en-US" sz="1600"/>
                        <a:t>字段名称</a:t>
                      </a:r>
                      <a:endParaRPr lang="zh-CN" altLang="en-US" sz="1600"/>
                    </a:p>
                  </a:txBody>
                  <a:tcPr marL="0" marR="0" marT="0" marB="0" anchor="ctr" anchorCtr="0"/>
                </a:tc>
                <a:tc>
                  <a:txBody>
                    <a:bodyPr/>
                    <a:p>
                      <a:pPr algn="ctr"/>
                      <a:r>
                        <a:rPr lang="zh-CN" altLang="en-US" sz="1600"/>
                        <a:t>数据类型</a:t>
                      </a:r>
                      <a:endParaRPr lang="zh-CN" altLang="en-US" sz="1600"/>
                    </a:p>
                  </a:txBody>
                  <a:tcPr marL="0" marR="0" marT="0" marB="0" anchor="ctr" anchorCtr="0"/>
                </a:tc>
                <a:tc>
                  <a:txBody>
                    <a:bodyPr/>
                    <a:p>
                      <a:pPr algn="ctr"/>
                      <a:r>
                        <a:rPr lang="zh-CN" altLang="en-US" sz="1600"/>
                        <a:t>约束</a:t>
                      </a:r>
                      <a:endParaRPr lang="zh-CN" altLang="en-US" sz="1600"/>
                    </a:p>
                  </a:txBody>
                  <a:tcPr marL="0" marR="0" marT="0" marB="0" anchor="ctr" anchorCtr="0"/>
                </a:tc>
                <a:tc>
                  <a:txBody>
                    <a:bodyPr/>
                    <a:p>
                      <a:pPr algn="ctr"/>
                      <a:r>
                        <a:rPr lang="zh-CN" altLang="en-US" sz="1600"/>
                        <a:t>说明</a:t>
                      </a:r>
                      <a:endParaRPr lang="zh-CN" altLang="en-US" sz="1600"/>
                    </a:p>
                  </a:txBody>
                  <a:tcPr marL="0" marR="0" marT="0" marB="0" anchor="ctr" anchorCtr="0"/>
                </a:tc>
              </a:tr>
              <a:tr h="427355">
                <a:tc>
                  <a:txBody>
                    <a:bodyPr/>
                    <a:p>
                      <a:pPr algn="ctr">
                        <a:buClrTx/>
                        <a:buSzTx/>
                        <a:buFontTx/>
                      </a:pPr>
                      <a:r>
                        <a:rPr lang="en-US" altLang="zh-CN" sz="1200">
                          <a:cs typeface="+mn-ea"/>
                        </a:rPr>
                        <a:t>id</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PK, 默认生成</a:t>
                      </a:r>
                      <a:endParaRPr lang="en-US" altLang="zh-CN" sz="1200">
                        <a:cs typeface="+mn-ea"/>
                      </a:endParaRPr>
                    </a:p>
                  </a:txBody>
                  <a:tcPr marL="0" marR="0" marT="0" marB="0" anchor="ctr" anchorCtr="0"/>
                </a:tc>
                <a:tc>
                  <a:txBody>
                    <a:bodyPr/>
                    <a:p>
                      <a:pPr algn="ctr">
                        <a:buClrTx/>
                        <a:buSzTx/>
                        <a:buFontTx/>
                      </a:pPr>
                      <a:r>
                        <a:rPr lang="en-US" altLang="zh-CN" sz="1200">
                          <a:cs typeface="+mn-ea"/>
                        </a:rPr>
                        <a:t>用户唯一 ID</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username</a:t>
                      </a:r>
                      <a:endParaRPr lang="en-US" altLang="zh-CN" sz="1200">
                        <a:cs typeface="+mn-ea"/>
                      </a:endParaRPr>
                    </a:p>
                  </a:txBody>
                  <a:tcPr marL="0" marR="0" marT="0" marB="0" anchor="ctr" anchorCtr="0"/>
                </a:tc>
                <a:tc>
                  <a:txBody>
                    <a:bodyPr/>
                    <a:p>
                      <a:pPr algn="ctr">
                        <a:buClrTx/>
                        <a:buSzTx/>
                        <a:buFontTx/>
                      </a:pPr>
                      <a:r>
                        <a:rPr lang="en-US" altLang="zh-CN" sz="1200">
                          <a:cs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NOT NULL, UNIQUE</a:t>
                      </a:r>
                      <a:endParaRPr lang="en-US" altLang="zh-CN" sz="1200">
                        <a:cs typeface="+mn-ea"/>
                      </a:endParaRPr>
                    </a:p>
                  </a:txBody>
                  <a:tcPr marL="0" marR="0" marT="0" marB="0" anchor="ctr" anchorCtr="0"/>
                </a:tc>
                <a:tc>
                  <a:txBody>
                    <a:bodyPr/>
                    <a:p>
                      <a:pPr algn="ctr">
                        <a:buClrTx/>
                        <a:buSzTx/>
                        <a:buFontTx/>
                      </a:pPr>
                      <a:r>
                        <a:rPr lang="en-US" altLang="zh-CN" sz="1200">
                          <a:cs typeface="+mn-ea"/>
                        </a:rPr>
                        <a:t>用户名</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email</a:t>
                      </a:r>
                      <a:endParaRPr lang="en-US" altLang="zh-CN" sz="1200">
                        <a:cs typeface="+mn-ea"/>
                      </a:endParaRPr>
                    </a:p>
                  </a:txBody>
                  <a:tcPr marL="0" marR="0" marT="0" marB="0" anchor="ctr" anchorCtr="0"/>
                </a:tc>
                <a:tc>
                  <a:txBody>
                    <a:bodyPr/>
                    <a:p>
                      <a:pPr algn="ctr">
                        <a:buClrTx/>
                        <a:buSzTx/>
                        <a:buFontTx/>
                      </a:pPr>
                      <a:r>
                        <a:rPr lang="en-US" altLang="zh-CN" sz="1200">
                          <a:cs typeface="+mn-ea"/>
                          <a:sym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NOT NULL, UNIQUE</a:t>
                      </a:r>
                      <a:endParaRPr lang="en-US" altLang="zh-CN" sz="1200">
                        <a:cs typeface="+mn-ea"/>
                      </a:endParaRPr>
                    </a:p>
                  </a:txBody>
                  <a:tcPr marL="0" marR="0" marT="0" marB="0" anchor="ctr" anchorCtr="0"/>
                </a:tc>
                <a:tc>
                  <a:txBody>
                    <a:bodyPr/>
                    <a:p>
                      <a:pPr algn="ctr">
                        <a:buClrTx/>
                        <a:buSzTx/>
                        <a:buFontTx/>
                      </a:pPr>
                      <a:r>
                        <a:rPr lang="en-US" altLang="zh-CN" sz="1200">
                          <a:cs typeface="+mn-ea"/>
                        </a:rPr>
                        <a:t>邮箱</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password_hash</a:t>
                      </a:r>
                      <a:endParaRPr lang="en-US" altLang="zh-CN" sz="1200">
                        <a:cs typeface="+mn-ea"/>
                      </a:endParaRPr>
                    </a:p>
                  </a:txBody>
                  <a:tcPr marL="0" marR="0" marT="0" marB="0" anchor="ctr" anchorCtr="0"/>
                </a:tc>
                <a:tc>
                  <a:txBody>
                    <a:bodyPr/>
                    <a:p>
                      <a:pPr algn="ctr">
                        <a:buClrTx/>
                        <a:buSzTx/>
                        <a:buFontTx/>
                      </a:pPr>
                      <a:r>
                        <a:rPr lang="en-US" altLang="zh-CN" sz="1200">
                          <a:cs typeface="+mn-ea"/>
                          <a:sym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哈希后的密码</a:t>
                      </a:r>
                      <a:endParaRPr lang="en-US" altLang="zh-CN" sz="1200">
                        <a:cs typeface="+mn-ea"/>
                      </a:endParaRPr>
                    </a:p>
                  </a:txBody>
                  <a:tcPr marL="0" marR="0" marT="0" marB="0" anchor="ctr" anchorCtr="0"/>
                </a:tc>
              </a:tr>
              <a:tr h="427990">
                <a:tc>
                  <a:txBody>
                    <a:bodyPr/>
                    <a:p>
                      <a:pPr algn="ctr">
                        <a:buClrTx/>
                        <a:buSzTx/>
                        <a:buFontTx/>
                      </a:pPr>
                      <a:r>
                        <a:rPr lang="en-US" altLang="zh-CN" sz="1200">
                          <a:cs typeface="+mn-ea"/>
                        </a:rPr>
                        <a:t>role</a:t>
                      </a:r>
                      <a:endParaRPr lang="en-US" altLang="zh-CN" sz="1200">
                        <a:cs typeface="+mn-ea"/>
                      </a:endParaRPr>
                    </a:p>
                  </a:txBody>
                  <a:tcPr marL="0" marR="0" marT="0" marB="0" anchor="ctr" anchorCtr="0"/>
                </a:tc>
                <a:tc>
                  <a:txBody>
                    <a:bodyPr/>
                    <a:p>
                      <a:pPr algn="ctr">
                        <a:buClrTx/>
                        <a:buSzTx/>
                        <a:buFontTx/>
                      </a:pPr>
                      <a:r>
                        <a:rPr lang="en-US" altLang="zh-CN" sz="1200">
                          <a:cs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DEFAULT 'user'</a:t>
                      </a:r>
                      <a:endParaRPr lang="en-US" altLang="zh-CN" sz="1200">
                        <a:cs typeface="+mn-ea"/>
                      </a:endParaRPr>
                    </a:p>
                  </a:txBody>
                  <a:tcPr marL="0" marR="0" marT="0" marB="0" anchor="ctr" anchorCtr="0"/>
                </a:tc>
                <a:tc>
                  <a:txBody>
                    <a:bodyPr/>
                    <a:p>
                      <a:pPr algn="ctr">
                        <a:buClrTx/>
                        <a:buSzTx/>
                        <a:buFontTx/>
                      </a:pPr>
                      <a:r>
                        <a:rPr lang="en-US" altLang="zh-CN" sz="1200">
                          <a:cs typeface="+mn-ea"/>
                        </a:rPr>
                        <a:t>角色：user(普通用户) / admin(管理员)</a:t>
                      </a:r>
                      <a:endParaRPr lang="en-US" altLang="zh-CN" sz="1200">
                        <a:cs typeface="+mn-ea"/>
                      </a:endParaRPr>
                    </a:p>
                  </a:txBody>
                  <a:tcPr marL="0" marR="0" marT="0" marB="0" anchor="ctr" anchorCtr="0"/>
                </a:tc>
              </a:tr>
              <a:tr h="447040">
                <a:tc>
                  <a:txBody>
                    <a:bodyPr/>
                    <a:p>
                      <a:pPr algn="ctr">
                        <a:buClrTx/>
                        <a:buSzTx/>
                        <a:buFontTx/>
                      </a:pPr>
                      <a:r>
                        <a:rPr lang="en-US" altLang="zh-CN" sz="1200">
                          <a:cs typeface="+mn-ea"/>
                        </a:rPr>
                        <a:t>status</a:t>
                      </a:r>
                      <a:endParaRPr lang="en-US" altLang="zh-CN" sz="1200">
                        <a:cs typeface="+mn-ea"/>
                      </a:endParaRPr>
                    </a:p>
                  </a:txBody>
                  <a:tcPr marL="0" marR="0" marT="0" marB="0" anchor="ctr" anchorCtr="0"/>
                </a:tc>
                <a:tc>
                  <a:txBody>
                    <a:bodyPr/>
                    <a:p>
                      <a:pPr algn="ctr">
                        <a:buClrTx/>
                        <a:buSzTx/>
                        <a:buFontTx/>
                      </a:pPr>
                      <a:r>
                        <a:rPr lang="en-US" altLang="zh-CN" sz="1200">
                          <a:cs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DEFAULT 'active'</a:t>
                      </a:r>
                      <a:endParaRPr lang="en-US" altLang="zh-CN" sz="1200">
                        <a:cs typeface="+mn-ea"/>
                      </a:endParaRPr>
                    </a:p>
                  </a:txBody>
                  <a:tcPr marL="0" marR="0" marT="0" marB="0" anchor="ctr" anchorCtr="0"/>
                </a:tc>
                <a:tc>
                  <a:txBody>
                    <a:bodyPr/>
                    <a:p>
                      <a:pPr algn="ctr">
                        <a:buClrTx/>
                        <a:buSzTx/>
                        <a:buFontTx/>
                      </a:pPr>
                      <a:r>
                        <a:rPr lang="en-US" altLang="zh-CN" sz="1200">
                          <a:cs typeface="+mn-ea"/>
                        </a:rPr>
                        <a:t>状态：active(活跃) / disabled(禁用)</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nickname</a:t>
                      </a:r>
                      <a:endParaRPr lang="en-US" altLang="zh-CN" sz="1200">
                        <a:cs typeface="+mn-ea"/>
                      </a:endParaRPr>
                    </a:p>
                  </a:txBody>
                  <a:tcPr marL="0" marR="0" marT="0" marB="0" anchor="ctr" anchorCtr="0"/>
                </a:tc>
                <a:tc>
                  <a:txBody>
                    <a:bodyPr/>
                    <a:p>
                      <a:pPr algn="ctr">
                        <a:buClrTx/>
                        <a:buSzTx/>
                        <a:buFontTx/>
                      </a:pPr>
                      <a:r>
                        <a:rPr lang="en-US" altLang="zh-CN" sz="1200">
                          <a:cs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用户昵称</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avatar_url</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头像地址</a:t>
                      </a:r>
                      <a:endParaRPr lang="en-US" altLang="zh-CN" sz="1200">
                        <a:cs typeface="+mn-ea"/>
                      </a:endParaRPr>
                    </a:p>
                  </a:txBody>
                  <a:tcPr marL="0" marR="0" marT="0" marB="0" anchor="ctr" anchorCtr="0"/>
                </a:tc>
              </a:tr>
              <a:tr h="427990">
                <a:tc>
                  <a:txBody>
                    <a:bodyPr/>
                    <a:p>
                      <a:pPr algn="ctr">
                        <a:buClrTx/>
                        <a:buSzTx/>
                        <a:buFontTx/>
                      </a:pPr>
                      <a:r>
                        <a:rPr lang="en-US" altLang="zh-CN" sz="1200">
                          <a:cs typeface="+mn-ea"/>
                        </a:rPr>
                        <a:t>bio</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个人简介</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last_login_at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最近登录时间</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created_at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注册时间</a:t>
                      </a:r>
                      <a:endParaRPr lang="en-US" altLang="zh-CN" sz="1200">
                        <a:cs typeface="+mn-ea"/>
                      </a:endParaRPr>
                    </a:p>
                  </a:txBody>
                  <a:tcPr marL="0" marR="0" marT="0" marB="0" anchor="ctr" anchorCtr="0"/>
                </a:tc>
              </a:tr>
              <a:tr h="427355">
                <a:tc>
                  <a:txBody>
                    <a:bodyPr/>
                    <a:p>
                      <a:pPr algn="ctr">
                        <a:buClrTx/>
                        <a:buSzTx/>
                        <a:buFontTx/>
                      </a:pPr>
                      <a:r>
                        <a:rPr lang="en-US" altLang="zh-CN" sz="1200">
                          <a:cs typeface="+mn-ea"/>
                        </a:rPr>
                        <a:t>updated_at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资料更新时间</a:t>
                      </a:r>
                      <a:endParaRPr lang="en-US" altLang="zh-CN" sz="1200">
                        <a:cs typeface="+mn-ea"/>
                      </a:endParaRPr>
                    </a:p>
                  </a:txBody>
                  <a:tcPr marL="0" marR="0" marT="0" marB="0" anchor="ctr" anchorCtr="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t>2.3 </a:t>
            </a:r>
            <a:r>
              <a:rPr altLang="en-US"/>
              <a:t>提示词相关</a:t>
            </a:r>
            <a:r>
              <a:rPr>
                <a:latin typeface="黑体" panose="02010609060101010101" charset="-122"/>
                <a:ea typeface="黑体" panose="02010609060101010101" charset="-122"/>
              </a:rPr>
              <a:t>表设计</a:t>
            </a:r>
            <a:endParaRPr>
              <a:latin typeface="黑体" panose="02010609060101010101" charset="-122"/>
              <a:ea typeface="黑体" panose="02010609060101010101" charset="-122"/>
            </a:endParaRPr>
          </a:p>
        </p:txBody>
      </p:sp>
      <p:sp>
        <p:nvSpPr>
          <p:cNvPr id="4" name="灯片编号占位符 3"/>
          <p:cNvSpPr>
            <a:spLocks noGrp="1"/>
          </p:cNvSpPr>
          <p:nvPr>
            <p:ph type="sldNum" idx="4"/>
          </p:nvPr>
        </p:nvSpPr>
        <p:spPr/>
        <p:txBody>
          <a:bodyPr/>
          <a:lstStyle/>
          <a:p>
            <a:r>
              <a:rPr lang="en-US"/>
              <a:t>&lt; </a:t>
            </a:r>
            <a:fld id="{F957C8C4-8C64-45FB-A234-0F692E979DF4}" type="slidenum">
              <a:rPr lang="zh-CN"/>
            </a:fld>
            <a:r>
              <a:rPr lang="zh-CN"/>
              <a:t> </a:t>
            </a:r>
            <a:r>
              <a:rPr lang="en-US"/>
              <a:t>&gt;</a:t>
            </a:r>
            <a:endParaRPr lang="zh-CN"/>
          </a:p>
        </p:txBody>
      </p:sp>
      <p:graphicFrame>
        <p:nvGraphicFramePr>
          <p:cNvPr id="13" name="表格 12"/>
          <p:cNvGraphicFramePr/>
          <p:nvPr>
            <p:custDataLst>
              <p:tags r:id="rId1"/>
            </p:custDataLst>
          </p:nvPr>
        </p:nvGraphicFramePr>
        <p:xfrm>
          <a:off x="5951855" y="979170"/>
          <a:ext cx="6128385" cy="5226685"/>
        </p:xfrm>
        <a:graphic>
          <a:graphicData uri="http://schemas.openxmlformats.org/drawingml/2006/table">
            <a:tbl>
              <a:tblPr firstRow="1" bandRow="1">
                <a:tableStyleId>{1FECB4D8-DB02-4DC6-A0A2-4F2EBAE1DC90}</a:tableStyleId>
              </a:tblPr>
              <a:tblGrid>
                <a:gridCol w="1155700"/>
                <a:gridCol w="1158875"/>
                <a:gridCol w="1878965"/>
                <a:gridCol w="1934845"/>
              </a:tblGrid>
              <a:tr h="524510">
                <a:tc>
                  <a:txBody>
                    <a:bodyPr/>
                    <a:p>
                      <a:pPr algn="ctr"/>
                      <a:r>
                        <a:rPr lang="zh-CN" altLang="en-US" sz="1600"/>
                        <a:t>字段名称</a:t>
                      </a:r>
                      <a:endParaRPr lang="zh-CN" altLang="en-US" sz="1600"/>
                    </a:p>
                  </a:txBody>
                  <a:tcPr marL="0" marR="0" marT="0" marB="0" anchor="ctr" anchorCtr="0"/>
                </a:tc>
                <a:tc>
                  <a:txBody>
                    <a:bodyPr/>
                    <a:p>
                      <a:pPr algn="ctr"/>
                      <a:r>
                        <a:rPr lang="zh-CN" altLang="en-US" sz="1600"/>
                        <a:t>数据类型</a:t>
                      </a:r>
                      <a:endParaRPr lang="zh-CN" altLang="en-US" sz="1600"/>
                    </a:p>
                  </a:txBody>
                  <a:tcPr marL="0" marR="0" marT="0" marB="0" anchor="ctr" anchorCtr="0"/>
                </a:tc>
                <a:tc>
                  <a:txBody>
                    <a:bodyPr/>
                    <a:p>
                      <a:pPr algn="ctr"/>
                      <a:r>
                        <a:rPr lang="zh-CN" altLang="en-US" sz="1600"/>
                        <a:t>约束</a:t>
                      </a:r>
                      <a:endParaRPr lang="zh-CN" altLang="en-US" sz="1600"/>
                    </a:p>
                  </a:txBody>
                  <a:tcPr marL="0" marR="0" marT="0" marB="0" anchor="ctr" anchorCtr="0"/>
                </a:tc>
                <a:tc>
                  <a:txBody>
                    <a:bodyPr/>
                    <a:p>
                      <a:pPr algn="ctr"/>
                      <a:r>
                        <a:rPr lang="zh-CN" altLang="en-US" sz="1600"/>
                        <a:t>说明</a:t>
                      </a:r>
                      <a:endParaRPr lang="zh-CN" altLang="en-US" sz="1600"/>
                    </a:p>
                  </a:txBody>
                  <a:tcPr marL="0" marR="0" marT="0" marB="0" anchor="ctr" anchorCtr="0"/>
                </a:tc>
              </a:tr>
              <a:tr h="427355">
                <a:tc>
                  <a:txBody>
                    <a:bodyPr/>
                    <a:p>
                      <a:pPr algn="ctr"/>
                      <a:r>
                        <a:rPr lang="en-US" altLang="zh-CN" sz="1200"/>
                        <a:t>id</a:t>
                      </a:r>
                      <a:endParaRPr lang="en-US" altLang="zh-CN" sz="1200"/>
                    </a:p>
                  </a:txBody>
                  <a:tcPr marL="0" marR="0" marT="0" marB="0" anchor="ctr" anchorCtr="0"/>
                </a:tc>
                <a:tc>
                  <a:txBody>
                    <a:bodyPr/>
                    <a:p>
                      <a:pPr algn="ctr"/>
                      <a:r>
                        <a:rPr lang="en-US" altLang="zh-CN" sz="1200"/>
                        <a:t>UUID</a:t>
                      </a:r>
                      <a:endParaRPr lang="en-US" altLang="zh-CN" sz="1200"/>
                    </a:p>
                  </a:txBody>
                  <a:tcPr marL="0" marR="0" marT="0" marB="0" anchor="ctr" anchorCtr="0"/>
                </a:tc>
                <a:tc>
                  <a:txBody>
                    <a:bodyPr/>
                    <a:p>
                      <a:pPr algn="ctr"/>
                      <a:r>
                        <a:rPr lang="en-US" altLang="zh-CN" sz="1200"/>
                        <a:t>PK, </a:t>
                      </a:r>
                      <a:r>
                        <a:rPr lang="zh-CN" altLang="en-US" sz="1200"/>
                        <a:t>默认生成</a:t>
                      </a:r>
                      <a:endParaRPr lang="zh-CN" altLang="en-US" sz="1200"/>
                    </a:p>
                  </a:txBody>
                  <a:tcPr marL="0" marR="0" marT="0" marB="0" anchor="ctr" anchorCtr="0"/>
                </a:tc>
                <a:tc>
                  <a:txBody>
                    <a:bodyPr/>
                    <a:p>
                      <a:pPr algn="ctr"/>
                      <a:r>
                        <a:rPr lang="en-US" altLang="zh-CN" sz="1200"/>
                        <a:t>Prompt ID</a:t>
                      </a:r>
                      <a:endParaRPr lang="en-US" altLang="zh-CN" sz="1200"/>
                    </a:p>
                  </a:txBody>
                  <a:tcPr marL="0" marR="0" marT="0" marB="0" anchor="ctr" anchorCtr="0"/>
                </a:tc>
              </a:tr>
              <a:tr h="427355">
                <a:tc>
                  <a:txBody>
                    <a:bodyPr/>
                    <a:p>
                      <a:pPr algn="ctr"/>
                      <a:r>
                        <a:rPr lang="en-US" altLang="zh-CN" sz="1200"/>
                        <a:t>user_id</a:t>
                      </a:r>
                      <a:endParaRPr lang="en-US" altLang="zh-CN" sz="1200"/>
                    </a:p>
                  </a:txBody>
                  <a:tcPr marL="0" marR="0" marT="0" marB="0" anchor="ctr" anchorCtr="0"/>
                </a:tc>
                <a:tc>
                  <a:txBody>
                    <a:bodyPr/>
                    <a:p>
                      <a:pPr algn="ctr"/>
                      <a:r>
                        <a:rPr lang="en-US" altLang="zh-CN" sz="1200"/>
                        <a:t>UUID</a:t>
                      </a:r>
                      <a:endParaRPr lang="en-US" altLang="zh-CN" sz="1200"/>
                    </a:p>
                  </a:txBody>
                  <a:tcPr marL="0" marR="0" marT="0" marB="0" anchor="ctr" anchorCtr="0"/>
                </a:tc>
                <a:tc>
                  <a:txBody>
                    <a:bodyPr/>
                    <a:p>
                      <a:pPr algn="ctr"/>
                      <a:r>
                        <a:rPr lang="en-US" altLang="zh-CN" sz="1200"/>
                        <a:t>FK(users.id), NOT NULL</a:t>
                      </a:r>
                      <a:endParaRPr lang="en-US" altLang="zh-CN" sz="1200"/>
                    </a:p>
                  </a:txBody>
                  <a:tcPr marL="0" marR="0" marT="0" marB="0" anchor="ctr" anchorCtr="0"/>
                </a:tc>
                <a:tc>
                  <a:txBody>
                    <a:bodyPr/>
                    <a:p>
                      <a:pPr algn="ctr"/>
                      <a:r>
                        <a:rPr lang="zh-CN" altLang="en-US" sz="1200"/>
                        <a:t>创建者 </a:t>
                      </a:r>
                      <a:r>
                        <a:rPr lang="en-US" altLang="zh-CN" sz="1200"/>
                        <a:t>ID</a:t>
                      </a:r>
                      <a:endParaRPr lang="en-US" altLang="zh-CN" sz="1200"/>
                    </a:p>
                  </a:txBody>
                  <a:tcPr marL="0" marR="0" marT="0" marB="0" anchor="ctr" anchorCtr="0"/>
                </a:tc>
              </a:tr>
              <a:tr h="427355">
                <a:tc>
                  <a:txBody>
                    <a:bodyPr/>
                    <a:p>
                      <a:pPr algn="ctr"/>
                      <a:r>
                        <a:rPr lang="en-US" altLang="zh-CN" sz="1200"/>
                        <a:t>title</a:t>
                      </a:r>
                      <a:endParaRPr lang="en-US" altLang="zh-CN" sz="1200"/>
                    </a:p>
                  </a:txBody>
                  <a:tcPr marL="0" marR="0" marT="0" marB="0" anchor="ctr" anchorCtr="0"/>
                </a:tc>
                <a:tc>
                  <a:txBody>
                    <a:bodyPr/>
                    <a:p>
                      <a:pPr algn="ctr"/>
                      <a:r>
                        <a:rPr lang="en-US" altLang="zh-CN" sz="1200"/>
                        <a:t>VARCHAR(200)</a:t>
                      </a:r>
                      <a:endParaRPr lang="en-US" altLang="zh-CN" sz="1200"/>
                    </a:p>
                  </a:txBody>
                  <a:tcPr marL="0" marR="0" marT="0" marB="0" anchor="ctr" anchorCtr="0"/>
                </a:tc>
                <a:tc>
                  <a:txBody>
                    <a:bodyPr/>
                    <a:p>
                      <a:pPr algn="ctr"/>
                      <a:r>
                        <a:rPr lang="en-US" altLang="zh-CN" sz="1200"/>
                        <a:t>NOT NULL</a:t>
                      </a:r>
                      <a:endParaRPr lang="en-US" altLang="zh-CN" sz="1200"/>
                    </a:p>
                  </a:txBody>
                  <a:tcPr marL="0" marR="0" marT="0" marB="0" anchor="ctr" anchorCtr="0"/>
                </a:tc>
                <a:tc>
                  <a:txBody>
                    <a:bodyPr/>
                    <a:p>
                      <a:pPr algn="ctr"/>
                      <a:r>
                        <a:rPr lang="zh-CN" altLang="en-US" sz="1200"/>
                        <a:t>提示词标题</a:t>
                      </a:r>
                      <a:endParaRPr lang="zh-CN" altLang="en-US" sz="1200"/>
                    </a:p>
                  </a:txBody>
                  <a:tcPr marL="0" marR="0" marT="0" marB="0" anchor="ctr" anchorCtr="0"/>
                </a:tc>
              </a:tr>
              <a:tr h="427355">
                <a:tc>
                  <a:txBody>
                    <a:bodyPr/>
                    <a:p>
                      <a:pPr algn="ctr"/>
                      <a:r>
                        <a:rPr lang="en-US" altLang="zh-CN" sz="1200"/>
                        <a:t>description</a:t>
                      </a:r>
                      <a:endParaRPr lang="en-US" altLang="zh-CN" sz="1200"/>
                    </a:p>
                  </a:txBody>
                  <a:tcPr marL="0" marR="0" marT="0" marB="0" anchor="ctr" anchorCtr="0"/>
                </a:tc>
                <a:tc>
                  <a:txBody>
                    <a:bodyPr/>
                    <a:p>
                      <a:pPr algn="ctr"/>
                      <a:r>
                        <a:rPr lang="en-US" altLang="zh-CN" sz="1200"/>
                        <a:t>TEXT</a:t>
                      </a:r>
                      <a:endParaRPr lang="en-US" altLang="zh-CN" sz="1200"/>
                    </a:p>
                  </a:txBody>
                  <a:tcPr marL="0" marR="0" marT="0" marB="0" anchor="ctr" anchorCtr="0"/>
                </a:tc>
                <a:tc>
                  <a:txBody>
                    <a:bodyPr/>
                    <a:p>
                      <a:pPr algn="ctr"/>
                      <a:r>
                        <a:rPr lang="en-US" altLang="zh-CN" sz="1200"/>
                        <a:t>NULL</a:t>
                      </a:r>
                      <a:endParaRPr lang="en-US" altLang="zh-CN" sz="1200"/>
                    </a:p>
                  </a:txBody>
                  <a:tcPr marL="0" marR="0" marT="0" marB="0" anchor="ctr" anchorCtr="0"/>
                </a:tc>
                <a:tc>
                  <a:txBody>
                    <a:bodyPr/>
                    <a:p>
                      <a:pPr algn="ctr"/>
                      <a:r>
                        <a:rPr lang="zh-CN" altLang="en-US" sz="1200"/>
                        <a:t>提示词简要描述</a:t>
                      </a:r>
                      <a:endParaRPr lang="zh-CN" altLang="en-US" sz="1200"/>
                    </a:p>
                  </a:txBody>
                  <a:tcPr marL="0" marR="0" marT="0" marB="0" anchor="ctr" anchorCtr="0"/>
                </a:tc>
              </a:tr>
              <a:tr h="427990">
                <a:tc>
                  <a:txBody>
                    <a:bodyPr/>
                    <a:p>
                      <a:pPr algn="ctr"/>
                      <a:r>
                        <a:rPr lang="en-US" altLang="zh-CN" sz="1200"/>
                        <a:t>system_prompt</a:t>
                      </a:r>
                      <a:endParaRPr lang="en-US" altLang="zh-CN" sz="1200"/>
                    </a:p>
                  </a:txBody>
                  <a:tcPr marL="0" marR="0" marT="0" marB="0" anchor="ctr" anchorCtr="0"/>
                </a:tc>
                <a:tc>
                  <a:txBody>
                    <a:bodyPr/>
                    <a:p>
                      <a:pPr algn="ctr"/>
                      <a:r>
                        <a:rPr lang="en-US" altLang="zh-CN" sz="1200"/>
                        <a:t>TEXT</a:t>
                      </a:r>
                      <a:endParaRPr lang="en-US" altLang="zh-CN" sz="1200"/>
                    </a:p>
                  </a:txBody>
                  <a:tcPr marL="0" marR="0" marT="0" marB="0" anchor="ctr" anchorCtr="0"/>
                </a:tc>
                <a:tc>
                  <a:txBody>
                    <a:bodyPr/>
                    <a:p>
                      <a:pPr algn="ctr"/>
                      <a:r>
                        <a:rPr lang="en-US" altLang="zh-CN" sz="1200"/>
                        <a:t>NULL</a:t>
                      </a:r>
                      <a:endParaRPr lang="en-US" altLang="zh-CN" sz="1200"/>
                    </a:p>
                  </a:txBody>
                  <a:tcPr marL="0" marR="0" marT="0" marB="0" anchor="ctr" anchorCtr="0"/>
                </a:tc>
                <a:tc>
                  <a:txBody>
                    <a:bodyPr/>
                    <a:p>
                      <a:pPr algn="ctr"/>
                      <a:r>
                        <a:rPr lang="zh-CN" altLang="en-US" sz="1200"/>
                        <a:t>系统提示词</a:t>
                      </a:r>
                      <a:endParaRPr lang="zh-CN" altLang="en-US" sz="1200"/>
                    </a:p>
                  </a:txBody>
                  <a:tcPr marL="0" marR="0" marT="0" marB="0" anchor="ctr" anchorCtr="0"/>
                </a:tc>
              </a:tr>
              <a:tr h="427355">
                <a:tc>
                  <a:txBody>
                    <a:bodyPr/>
                    <a:p>
                      <a:pPr algn="ctr"/>
                      <a:r>
                        <a:rPr lang="en-US" altLang="zh-CN" sz="1200"/>
                        <a:t>user_prompt</a:t>
                      </a:r>
                      <a:endParaRPr lang="en-US" altLang="zh-CN" sz="1200"/>
                    </a:p>
                  </a:txBody>
                  <a:tcPr marL="0" marR="0" marT="0" marB="0" anchor="ctr" anchorCtr="0"/>
                </a:tc>
                <a:tc>
                  <a:txBody>
                    <a:bodyPr/>
                    <a:p>
                      <a:pPr algn="ctr"/>
                      <a:r>
                        <a:rPr lang="en-US" altLang="zh-CN" sz="1200"/>
                        <a:t>TEXT</a:t>
                      </a:r>
                      <a:endParaRPr lang="en-US" altLang="zh-CN" sz="1200"/>
                    </a:p>
                  </a:txBody>
                  <a:tcPr marL="0" marR="0" marT="0" marB="0" anchor="ctr" anchorCtr="0"/>
                </a:tc>
                <a:tc>
                  <a:txBody>
                    <a:bodyPr/>
                    <a:p>
                      <a:pPr algn="ctr"/>
                      <a:r>
                        <a:rPr lang="en-US" altLang="zh-CN" sz="1200"/>
                        <a:t>NOT NULL</a:t>
                      </a:r>
                      <a:endParaRPr lang="en-US" altLang="zh-CN" sz="1200"/>
                    </a:p>
                  </a:txBody>
                  <a:tcPr marL="0" marR="0" marT="0" marB="0" anchor="ctr" anchorCtr="0"/>
                </a:tc>
                <a:tc>
                  <a:txBody>
                    <a:bodyPr/>
                    <a:p>
                      <a:pPr algn="ctr"/>
                      <a:r>
                        <a:rPr lang="zh-CN" altLang="en-US" sz="1200"/>
                        <a:t>用户提示词正文</a:t>
                      </a:r>
                      <a:endParaRPr lang="zh-CN" altLang="en-US" sz="1200"/>
                    </a:p>
                  </a:txBody>
                  <a:tcPr marL="0" marR="0" marT="0" marB="0" anchor="ctr" anchorCtr="0"/>
                </a:tc>
              </a:tr>
              <a:tr h="427355">
                <a:tc>
                  <a:txBody>
                    <a:bodyPr/>
                    <a:p>
                      <a:pPr algn="ctr"/>
                      <a:r>
                        <a:rPr lang="en-US" altLang="zh-CN" sz="1200"/>
                        <a:t>variables</a:t>
                      </a:r>
                      <a:endParaRPr lang="en-US" altLang="zh-CN" sz="1200"/>
                    </a:p>
                  </a:txBody>
                  <a:tcPr marL="0" marR="0" marT="0" marB="0" anchor="ctr" anchorCtr="0"/>
                </a:tc>
                <a:tc>
                  <a:txBody>
                    <a:bodyPr/>
                    <a:p>
                      <a:pPr algn="ctr"/>
                      <a:r>
                        <a:rPr lang="en-US" altLang="zh-CN" sz="1200"/>
                        <a:t>JSONB</a:t>
                      </a:r>
                      <a:endParaRPr lang="en-US" altLang="zh-CN" sz="1200"/>
                    </a:p>
                  </a:txBody>
                  <a:tcPr marL="0" marR="0" marT="0" marB="0" anchor="ctr" anchorCtr="0"/>
                </a:tc>
                <a:tc>
                  <a:txBody>
                    <a:bodyPr/>
                    <a:p>
                      <a:pPr algn="ctr"/>
                      <a:r>
                        <a:rPr lang="en-US" altLang="zh-CN" sz="1200"/>
                        <a:t>NULL, DEFAULT '[]'</a:t>
                      </a:r>
                      <a:endParaRPr lang="en-US" altLang="zh-CN" sz="1200"/>
                    </a:p>
                  </a:txBody>
                  <a:tcPr marL="0" marR="0" marT="0" marB="0" anchor="ctr" anchorCtr="0"/>
                </a:tc>
                <a:tc>
                  <a:txBody>
                    <a:bodyPr/>
                    <a:p>
                      <a:pPr algn="ctr"/>
                      <a:r>
                        <a:rPr lang="zh-CN" altLang="en-US" sz="1200"/>
                        <a:t>变量定义（名称、标签、类型等）</a:t>
                      </a:r>
                      <a:endParaRPr lang="zh-CN" altLang="en-US" sz="1200"/>
                    </a:p>
                  </a:txBody>
                  <a:tcPr marL="0" marR="0" marT="0" marB="0" anchor="ctr" anchorCtr="0"/>
                </a:tc>
              </a:tr>
              <a:tr h="427355">
                <a:tc>
                  <a:txBody>
                    <a:bodyPr/>
                    <a:p>
                      <a:pPr algn="ctr"/>
                      <a:r>
                        <a:rPr lang="en-US" altLang="zh-CN" sz="1200"/>
                        <a:t>tags</a:t>
                      </a:r>
                      <a:endParaRPr lang="en-US" altLang="zh-CN" sz="1200"/>
                    </a:p>
                  </a:txBody>
                  <a:tcPr marL="0" marR="0" marT="0" marB="0" anchor="ctr" anchorCtr="0"/>
                </a:tc>
                <a:tc>
                  <a:txBody>
                    <a:bodyPr/>
                    <a:p>
                      <a:pPr algn="ctr"/>
                      <a:r>
                        <a:rPr lang="en-US" altLang="zh-CN" sz="1200"/>
                        <a:t>JSONB</a:t>
                      </a:r>
                      <a:endParaRPr lang="en-US" altLang="zh-CN" sz="1200"/>
                    </a:p>
                  </a:txBody>
                  <a:tcPr marL="0" marR="0" marT="0" marB="0" anchor="ctr" anchorCtr="0"/>
                </a:tc>
                <a:tc>
                  <a:txBody>
                    <a:bodyPr/>
                    <a:p>
                      <a:pPr algn="ctr"/>
                      <a:r>
                        <a:rPr lang="en-US" altLang="zh-CN" sz="1200"/>
                        <a:t>NULL, DEFAULT '[]'</a:t>
                      </a:r>
                      <a:endParaRPr lang="en-US" altLang="zh-CN" sz="1200"/>
                    </a:p>
                  </a:txBody>
                  <a:tcPr marL="0" marR="0" marT="0" marB="0" anchor="ctr" anchorCtr="0"/>
                </a:tc>
                <a:tc>
                  <a:txBody>
                    <a:bodyPr/>
                    <a:p>
                      <a:pPr algn="ctr"/>
                      <a:r>
                        <a:rPr lang="zh-CN" altLang="en-US" sz="1200"/>
                        <a:t>标签列表（字符串数组）</a:t>
                      </a:r>
                      <a:endParaRPr lang="zh-CN" altLang="en-US" sz="1200"/>
                    </a:p>
                  </a:txBody>
                  <a:tcPr marL="0" marR="0" marT="0" marB="0" anchor="ctr" anchorCtr="0"/>
                </a:tc>
              </a:tr>
              <a:tr h="427990">
                <a:tc>
                  <a:txBody>
                    <a:bodyPr/>
                    <a:p>
                      <a:pPr algn="ctr"/>
                      <a:r>
                        <a:rPr lang="en-US" altLang="zh-CN" sz="1200"/>
                        <a:t>visibility</a:t>
                      </a:r>
                      <a:endParaRPr lang="en-US" altLang="zh-CN" sz="1200"/>
                    </a:p>
                  </a:txBody>
                  <a:tcPr marL="0" marR="0" marT="0" marB="0" anchor="ctr" anchorCtr="0"/>
                </a:tc>
                <a:tc>
                  <a:txBody>
                    <a:bodyPr/>
                    <a:p>
                      <a:pPr algn="ctr"/>
                      <a:r>
                        <a:rPr lang="en-US" altLang="zh-CN" sz="1200"/>
                        <a:t>VARCHAR(20)</a:t>
                      </a:r>
                      <a:endParaRPr lang="en-US" altLang="zh-CN" sz="1200"/>
                    </a:p>
                  </a:txBody>
                  <a:tcPr marL="0" marR="0" marT="0" marB="0" anchor="ctr" anchorCtr="0"/>
                </a:tc>
                <a:tc>
                  <a:txBody>
                    <a:bodyPr/>
                    <a:p>
                      <a:pPr algn="ctr"/>
                      <a:r>
                        <a:rPr lang="en-US" altLang="zh-CN" sz="1200"/>
                        <a:t>DEFAULT 'private'</a:t>
                      </a:r>
                      <a:endParaRPr lang="en-US" altLang="zh-CN" sz="1200"/>
                    </a:p>
                  </a:txBody>
                  <a:tcPr marL="0" marR="0" marT="0" marB="0" anchor="ctr" anchorCtr="0"/>
                </a:tc>
                <a:tc>
                  <a:txBody>
                    <a:bodyPr/>
                    <a:p>
                      <a:pPr algn="ctr"/>
                      <a:r>
                        <a:rPr lang="en-US" altLang="zh-CN" sz="1200"/>
                        <a:t>private(</a:t>
                      </a:r>
                      <a:r>
                        <a:rPr lang="zh-CN" altLang="en-US" sz="1200"/>
                        <a:t>私有</a:t>
                      </a:r>
                      <a:r>
                        <a:rPr lang="en-US" altLang="zh-CN" sz="1200"/>
                        <a:t>) / public(</a:t>
                      </a:r>
                      <a:r>
                        <a:rPr lang="zh-CN" altLang="en-US" sz="1200"/>
                        <a:t>社区可见</a:t>
                      </a:r>
                      <a:r>
                        <a:rPr lang="en-US" altLang="zh-CN" sz="1200"/>
                        <a:t>)</a:t>
                      </a:r>
                      <a:endParaRPr lang="en-US" altLang="zh-CN" sz="1200"/>
                    </a:p>
                  </a:txBody>
                  <a:tcPr marL="0" marR="0" marT="0" marB="0" anchor="ctr" anchorCtr="0"/>
                </a:tc>
              </a:tr>
              <a:tr h="427355">
                <a:tc>
                  <a:txBody>
                    <a:bodyPr/>
                    <a:p>
                      <a:pPr algn="ctr"/>
                      <a:r>
                        <a:rPr lang="en-US" altLang="zh-CN" sz="1200"/>
                        <a:t>current_version</a:t>
                      </a:r>
                      <a:endParaRPr lang="en-US" altLang="zh-CN" sz="1200"/>
                    </a:p>
                  </a:txBody>
                  <a:tcPr marL="0" marR="0" marT="0" marB="0" anchor="ctr" anchorCtr="0"/>
                </a:tc>
                <a:tc>
                  <a:txBody>
                    <a:bodyPr/>
                    <a:p>
                      <a:pPr algn="ctr"/>
                      <a:r>
                        <a:rPr lang="en-US" altLang="zh-CN" sz="1200"/>
                        <a:t>INTEGER</a:t>
                      </a:r>
                      <a:endParaRPr lang="en-US" altLang="zh-CN" sz="1200"/>
                    </a:p>
                  </a:txBody>
                  <a:tcPr marL="0" marR="0" marT="0" marB="0" anchor="ctr" anchorCtr="0"/>
                </a:tc>
                <a:tc>
                  <a:txBody>
                    <a:bodyPr/>
                    <a:p>
                      <a:pPr algn="ctr"/>
                      <a:r>
                        <a:rPr lang="en-US" altLang="zh-CN" sz="1200"/>
                        <a:t>NOT </a:t>
                      </a:r>
                      <a:r>
                        <a:rPr lang="en-US" altLang="zh-CN" sz="1200"/>
                        <a:t>NULL</a:t>
                      </a:r>
                      <a:endParaRPr lang="en-US" altLang="zh-CN" sz="1200"/>
                    </a:p>
                  </a:txBody>
                  <a:tcPr marL="0" marR="0" marT="0" marB="0" anchor="ctr" anchorCtr="0"/>
                </a:tc>
                <a:tc>
                  <a:txBody>
                    <a:bodyPr/>
                    <a:p>
                      <a:pPr algn="ctr"/>
                      <a:r>
                        <a:rPr lang="zh-CN" altLang="en-US" sz="1200"/>
                        <a:t>当前版本号</a:t>
                      </a:r>
                      <a:endParaRPr lang="zh-CN" altLang="en-US" sz="1200"/>
                    </a:p>
                  </a:txBody>
                  <a:tcPr marL="0" marR="0" marT="0" marB="0" anchor="ctr" anchorCtr="0"/>
                </a:tc>
              </a:tr>
              <a:tr h="427355">
                <a:tc>
                  <a:txBody>
                    <a:bodyPr/>
                    <a:p>
                      <a:pPr algn="ctr"/>
                      <a:r>
                        <a:rPr lang="en-US" altLang="zh-CN" sz="1200"/>
                        <a:t>created_at</a:t>
                      </a:r>
                      <a:endParaRPr lang="en-US" altLang="zh-CN" sz="1200"/>
                    </a:p>
                  </a:txBody>
                  <a:tcPr marL="0" marR="0" marT="0" marB="0" anchor="ctr" anchorCtr="0"/>
                </a:tc>
                <a:tc>
                  <a:txBody>
                    <a:bodyPr/>
                    <a:p>
                      <a:pPr algn="ctr"/>
                      <a:r>
                        <a:rPr lang="en-US" altLang="zh-CN" sz="1200"/>
                        <a:t>TIMESTAMP</a:t>
                      </a:r>
                      <a:endParaRPr lang="en-US" altLang="zh-CN" sz="1200"/>
                    </a:p>
                  </a:txBody>
                  <a:tcPr marL="0" marR="0" marT="0" marB="0" anchor="ctr" anchorCtr="0"/>
                </a:tc>
                <a:tc>
                  <a:txBody>
                    <a:bodyPr/>
                    <a:p>
                      <a:pPr algn="ctr"/>
                      <a:r>
                        <a:rPr lang="en-US" altLang="zh-CN" sz="1200"/>
                        <a:t>NOT NULL</a:t>
                      </a:r>
                      <a:endParaRPr lang="en-US" altLang="zh-CN" sz="1200"/>
                    </a:p>
                  </a:txBody>
                  <a:tcPr marL="0" marR="0" marT="0" marB="0" anchor="ctr" anchorCtr="0"/>
                </a:tc>
                <a:tc>
                  <a:txBody>
                    <a:bodyPr/>
                    <a:p>
                      <a:pPr algn="ctr"/>
                      <a:r>
                        <a:rPr lang="zh-CN" altLang="en-US" sz="1200"/>
                        <a:t>创建时间</a:t>
                      </a:r>
                      <a:endParaRPr lang="zh-CN" altLang="en-US" sz="1200"/>
                    </a:p>
                  </a:txBody>
                  <a:tcPr marL="0" marR="0" marT="0" marB="0" anchor="ctr" anchorCtr="0"/>
                </a:tc>
              </a:tr>
            </a:tbl>
          </a:graphicData>
        </a:graphic>
      </p:graphicFrame>
      <p:graphicFrame>
        <p:nvGraphicFramePr>
          <p:cNvPr id="18" name="表格 17"/>
          <p:cNvGraphicFramePr/>
          <p:nvPr>
            <p:custDataLst>
              <p:tags r:id="rId2"/>
            </p:custDataLst>
          </p:nvPr>
        </p:nvGraphicFramePr>
        <p:xfrm>
          <a:off x="119380" y="979170"/>
          <a:ext cx="5662930" cy="5799455"/>
        </p:xfrm>
        <a:graphic>
          <a:graphicData uri="http://schemas.openxmlformats.org/drawingml/2006/table">
            <a:tbl>
              <a:tblPr firstRow="1" bandRow="1">
                <a:tableStyleId>{1FECB4D8-DB02-4DC6-A0A2-4F2EBAE1DC90}</a:tableStyleId>
              </a:tblPr>
              <a:tblGrid>
                <a:gridCol w="1233170"/>
                <a:gridCol w="984250"/>
                <a:gridCol w="1558290"/>
                <a:gridCol w="1887220"/>
              </a:tblGrid>
              <a:tr h="417195">
                <a:tc>
                  <a:txBody>
                    <a:bodyPr/>
                    <a:p>
                      <a:pPr algn="ctr"/>
                      <a:r>
                        <a:rPr lang="zh-CN" altLang="en-US" sz="1600"/>
                        <a:t>字段名称</a:t>
                      </a:r>
                      <a:endParaRPr lang="zh-CN" altLang="en-US" sz="1600"/>
                    </a:p>
                  </a:txBody>
                  <a:tcPr marL="0" marR="0" marT="0" marB="0" anchor="ctr" anchorCtr="0"/>
                </a:tc>
                <a:tc>
                  <a:txBody>
                    <a:bodyPr/>
                    <a:p>
                      <a:pPr algn="ctr"/>
                      <a:r>
                        <a:rPr lang="zh-CN" altLang="en-US" sz="1600"/>
                        <a:t>数据类型</a:t>
                      </a:r>
                      <a:endParaRPr lang="zh-CN" altLang="en-US" sz="1600"/>
                    </a:p>
                  </a:txBody>
                  <a:tcPr marL="0" marR="0" marT="0" marB="0" anchor="ctr" anchorCtr="0"/>
                </a:tc>
                <a:tc>
                  <a:txBody>
                    <a:bodyPr/>
                    <a:p>
                      <a:pPr algn="ctr"/>
                      <a:r>
                        <a:rPr lang="zh-CN" altLang="en-US" sz="1600"/>
                        <a:t>约束</a:t>
                      </a:r>
                      <a:endParaRPr lang="zh-CN" altLang="en-US" sz="1600"/>
                    </a:p>
                  </a:txBody>
                  <a:tcPr marL="0" marR="0" marT="0" marB="0" anchor="ctr" anchorCtr="0"/>
                </a:tc>
                <a:tc>
                  <a:txBody>
                    <a:bodyPr/>
                    <a:p>
                      <a:pPr algn="ctr"/>
                      <a:r>
                        <a:rPr lang="zh-CN" altLang="en-US" sz="1600"/>
                        <a:t>说明</a:t>
                      </a:r>
                      <a:endParaRPr lang="zh-CN" altLang="en-US" sz="1600"/>
                    </a:p>
                  </a:txBody>
                  <a:tcPr marL="0" marR="0" marT="0" marB="0" anchor="ctr" anchorCtr="0"/>
                </a:tc>
              </a:tr>
              <a:tr h="339090">
                <a:tc>
                  <a:txBody>
                    <a:bodyPr/>
                    <a:p>
                      <a:pPr algn="ctr">
                        <a:buClrTx/>
                        <a:buSzTx/>
                        <a:buFontTx/>
                      </a:pPr>
                      <a:r>
                        <a:rPr lang="en-US" altLang="zh-CN" sz="1200">
                          <a:cs typeface="+mn-ea"/>
                        </a:rPr>
                        <a:t>id</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PK, 默认生成</a:t>
                      </a:r>
                      <a:endParaRPr lang="en-US" altLang="zh-CN" sz="1200">
                        <a:cs typeface="+mn-ea"/>
                      </a:endParaRPr>
                    </a:p>
                  </a:txBody>
                  <a:tcPr marL="0" marR="0" marT="0" marB="0" anchor="ctr" anchorCtr="0"/>
                </a:tc>
                <a:tc>
                  <a:txBody>
                    <a:bodyPr/>
                    <a:p>
                      <a:pPr algn="ctr">
                        <a:buClrTx/>
                        <a:buSzTx/>
                        <a:buFontTx/>
                      </a:pPr>
                      <a:r>
                        <a:rPr lang="en-US" altLang="zh-CN" sz="1200">
                          <a:cs typeface="+mn-ea"/>
                        </a:rPr>
                        <a:t>分享 ID</a:t>
                      </a:r>
                      <a:endParaRPr lang="en-US" altLang="zh-CN" sz="1200">
                        <a:cs typeface="+mn-ea"/>
                      </a:endParaRPr>
                    </a:p>
                  </a:txBody>
                  <a:tcPr marL="0" marR="0" marT="0" marB="0" anchor="ctr" anchorCtr="0"/>
                </a:tc>
              </a:tr>
              <a:tr h="365760">
                <a:tc>
                  <a:txBody>
                    <a:bodyPr/>
                    <a:p>
                      <a:pPr algn="ctr">
                        <a:buClrTx/>
                        <a:buSzTx/>
                        <a:buFontTx/>
                      </a:pPr>
                      <a:r>
                        <a:rPr lang="en-US" altLang="zh-CN" sz="1200">
                          <a:cs typeface="+mn-ea"/>
                        </a:rPr>
                        <a:t>prompt_id</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FK(prompts.id)</a:t>
                      </a:r>
                      <a:endParaRPr lang="en-US" altLang="zh-CN" sz="1200">
                        <a:cs typeface="+mn-ea"/>
                      </a:endParaRPr>
                    </a:p>
                  </a:txBody>
                  <a:tcPr marL="0" marR="0" marT="0" marB="0" anchor="ctr" anchorCtr="0"/>
                </a:tc>
                <a:tc>
                  <a:txBody>
                    <a:bodyPr/>
                    <a:p>
                      <a:pPr algn="ctr">
                        <a:buClrTx/>
                        <a:buSzTx/>
                        <a:buFontTx/>
                      </a:pPr>
                      <a:r>
                        <a:rPr lang="en-US" altLang="zh-CN" sz="1200">
                          <a:cs typeface="+mn-ea"/>
                        </a:rPr>
                        <a:t>原始提示词 ID（用于追踪来源）</a:t>
                      </a:r>
                      <a:endParaRPr lang="en-US" altLang="zh-CN" sz="1200">
                        <a:cs typeface="+mn-ea"/>
                      </a:endParaRPr>
                    </a:p>
                  </a:txBody>
                  <a:tcPr marL="0" marR="0" marT="0" marB="0" anchor="ctr" anchorCtr="0"/>
                </a:tc>
              </a:tr>
              <a:tr h="339090">
                <a:tc>
                  <a:txBody>
                    <a:bodyPr/>
                    <a:p>
                      <a:pPr algn="ctr">
                        <a:buClrTx/>
                        <a:buSzTx/>
                        <a:buFontTx/>
                      </a:pPr>
                      <a:r>
                        <a:rPr lang="en-US" altLang="zh-CN" sz="1200">
                          <a:cs typeface="+mn-ea"/>
                        </a:rPr>
                        <a:t>user_id</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FK(users.id)</a:t>
                      </a:r>
                      <a:endParaRPr lang="en-US" altLang="zh-CN" sz="1200">
                        <a:cs typeface="+mn-ea"/>
                      </a:endParaRPr>
                    </a:p>
                  </a:txBody>
                  <a:tcPr marL="0" marR="0" marT="0" marB="0" anchor="ctr" anchorCtr="0"/>
                </a:tc>
                <a:tc>
                  <a:txBody>
                    <a:bodyPr/>
                    <a:p>
                      <a:pPr algn="ctr">
                        <a:buClrTx/>
                        <a:buSzTx/>
                        <a:buFontTx/>
                      </a:pPr>
                      <a:r>
                        <a:rPr lang="en-US" altLang="zh-CN" sz="1200">
                          <a:cs typeface="+mn-ea"/>
                        </a:rPr>
                        <a:t>分享者 ID</a:t>
                      </a:r>
                      <a:endParaRPr lang="en-US" altLang="zh-CN" sz="1200">
                        <a:cs typeface="+mn-ea"/>
                      </a:endParaRPr>
                    </a:p>
                  </a:txBody>
                  <a:tcPr marL="0" marR="0" marT="0" marB="0" anchor="ctr" anchorCtr="0"/>
                </a:tc>
              </a:tr>
              <a:tr h="340360">
                <a:tc>
                  <a:txBody>
                    <a:bodyPr/>
                    <a:p>
                      <a:pPr algn="ctr">
                        <a:buClrTx/>
                        <a:buSzTx/>
                        <a:buFontTx/>
                      </a:pPr>
                      <a:r>
                        <a:rPr lang="en-US" altLang="zh-CN" sz="1200">
                          <a:cs typeface="+mn-ea"/>
                        </a:rPr>
                        <a:t>title_snapshot</a:t>
                      </a:r>
                      <a:endParaRPr lang="en-US" altLang="zh-CN" sz="1200">
                        <a:cs typeface="+mn-ea"/>
                      </a:endParaRPr>
                    </a:p>
                  </a:txBody>
                  <a:tcPr marL="0" marR="0" marT="0" marB="0" anchor="ctr" anchorCtr="0"/>
                </a:tc>
                <a:tc>
                  <a:txBody>
                    <a:bodyPr/>
                    <a:p>
                      <a:pPr algn="ctr">
                        <a:buClrTx/>
                        <a:buSzTx/>
                        <a:buFontTx/>
                      </a:pPr>
                      <a:r>
                        <a:rPr lang="en-US" altLang="zh-CN" sz="1200">
                          <a:cs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分享时的标题快照</a:t>
                      </a:r>
                      <a:endParaRPr lang="en-US" altLang="zh-CN" sz="1200">
                        <a:cs typeface="+mn-ea"/>
                      </a:endParaRPr>
                    </a:p>
                  </a:txBody>
                  <a:tcPr marL="0" marR="0" marT="0" marB="0" anchor="ctr" anchorCtr="0"/>
                </a:tc>
              </a:tr>
              <a:tr h="365760">
                <a:tc>
                  <a:txBody>
                    <a:bodyPr/>
                    <a:p>
                      <a:pPr algn="ctr">
                        <a:buClrTx/>
                        <a:buSzTx/>
                        <a:buFontTx/>
                      </a:pPr>
                      <a:r>
                        <a:rPr lang="en-US" altLang="zh-CN" sz="1200">
                          <a:cs typeface="+mn-ea"/>
                        </a:rPr>
                        <a:t>system_prompt_snapshot</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分享时的系统提示词快照</a:t>
                      </a:r>
                      <a:endParaRPr lang="en-US" altLang="zh-CN" sz="1200">
                        <a:cs typeface="+mn-ea"/>
                      </a:endParaRPr>
                    </a:p>
                  </a:txBody>
                  <a:tcPr marL="0" marR="0" marT="0" marB="0" anchor="ctr" anchorCtr="0"/>
                </a:tc>
              </a:tr>
              <a:tr h="365760">
                <a:tc>
                  <a:txBody>
                    <a:bodyPr/>
                    <a:p>
                      <a:pPr algn="ctr">
                        <a:buClrTx/>
                        <a:buSzTx/>
                        <a:buFontTx/>
                      </a:pPr>
                      <a:r>
                        <a:rPr lang="en-US" altLang="zh-CN" sz="1200">
                          <a:cs typeface="+mn-ea"/>
                        </a:rPr>
                        <a:t>user_prompt_snapshot</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分享时的用户提示词快照</a:t>
                      </a:r>
                      <a:endParaRPr lang="en-US" altLang="zh-CN" sz="1200">
                        <a:cs typeface="+mn-ea"/>
                      </a:endParaRPr>
                    </a:p>
                  </a:txBody>
                  <a:tcPr marL="0" marR="0" marT="0" marB="0" anchor="ctr" anchorCtr="0"/>
                </a:tc>
              </a:tr>
              <a:tr h="340360">
                <a:tc>
                  <a:txBody>
                    <a:bodyPr/>
                    <a:p>
                      <a:pPr algn="ctr">
                        <a:buClrTx/>
                        <a:buSzTx/>
                        <a:buFontTx/>
                      </a:pPr>
                      <a:r>
                        <a:rPr lang="en-US" altLang="zh-CN" sz="1200">
                          <a:cs typeface="+mn-ea"/>
                        </a:rPr>
                        <a:t>tags_snapshot</a:t>
                      </a:r>
                      <a:endParaRPr lang="en-US" altLang="zh-CN" sz="1200">
                        <a:cs typeface="+mn-ea"/>
                      </a:endParaRPr>
                    </a:p>
                  </a:txBody>
                  <a:tcPr marL="0" marR="0" marT="0" marB="0" anchor="ctr" anchorCtr="0"/>
                </a:tc>
                <a:tc>
                  <a:txBody>
                    <a:bodyPr/>
                    <a:p>
                      <a:pPr algn="ctr">
                        <a:buClrTx/>
                        <a:buSzTx/>
                        <a:buFontTx/>
                      </a:pPr>
                      <a:r>
                        <a:rPr lang="en-US" altLang="zh-CN" sz="1200">
                          <a:cs typeface="+mn-ea"/>
                        </a:rPr>
                        <a:t>JSONB</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分享时的标签快照</a:t>
                      </a:r>
                      <a:endParaRPr lang="en-US" altLang="zh-CN" sz="1200">
                        <a:cs typeface="+mn-ea"/>
                      </a:endParaRPr>
                    </a:p>
                  </a:txBody>
                  <a:tcPr marL="0" marR="0" marT="0" marB="0" anchor="ctr" anchorCtr="0"/>
                </a:tc>
              </a:tr>
              <a:tr h="339090">
                <a:tc>
                  <a:txBody>
                    <a:bodyPr/>
                    <a:p>
                      <a:pPr algn="ctr">
                        <a:buClrTx/>
                        <a:buSzTx/>
                        <a:buFontTx/>
                      </a:pPr>
                      <a:r>
                        <a:rPr lang="en-US" altLang="zh-CN" sz="1200">
                          <a:cs typeface="+mn-ea"/>
                        </a:rPr>
                        <a:t>description</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用户填写的分享描述信息</a:t>
                      </a:r>
                      <a:endParaRPr lang="en-US" altLang="zh-CN" sz="1200">
                        <a:cs typeface="+mn-ea"/>
                      </a:endParaRPr>
                    </a:p>
                  </a:txBody>
                  <a:tcPr marL="0" marR="0" marT="0" marB="0" anchor="ctr" anchorCtr="0"/>
                </a:tc>
              </a:tr>
              <a:tr h="548640">
                <a:tc>
                  <a:txBody>
                    <a:bodyPr/>
                    <a:p>
                      <a:pPr algn="ctr">
                        <a:buClrTx/>
                        <a:buSzTx/>
                        <a:buFontTx/>
                      </a:pPr>
                      <a:r>
                        <a:rPr lang="en-US" altLang="zh-CN" sz="1200">
                          <a:cs typeface="+mn-ea"/>
                        </a:rPr>
                        <a:t>status</a:t>
                      </a:r>
                      <a:endParaRPr lang="en-US" altLang="zh-CN" sz="1200">
                        <a:cs typeface="+mn-ea"/>
                      </a:endParaRPr>
                    </a:p>
                  </a:txBody>
                  <a:tcPr marL="0" marR="0" marT="0" marB="0" anchor="ctr" anchorCtr="0"/>
                </a:tc>
                <a:tc>
                  <a:txBody>
                    <a:bodyPr/>
                    <a:p>
                      <a:pPr algn="ctr">
                        <a:buClrTx/>
                        <a:buSzTx/>
                        <a:buFontTx/>
                      </a:pPr>
                      <a:r>
                        <a:rPr lang="en-US" altLang="zh-CN" sz="1200">
                          <a:cs typeface="+mn-ea"/>
                        </a:rPr>
                        <a:t>VARCHAR</a:t>
                      </a:r>
                      <a:endParaRPr lang="en-US" altLang="zh-CN" sz="1200">
                        <a:cs typeface="+mn-ea"/>
                      </a:endParaRPr>
                    </a:p>
                  </a:txBody>
                  <a:tcPr marL="0" marR="0" marT="0" marB="0" anchor="ctr" anchorCtr="0"/>
                </a:tc>
                <a:tc>
                  <a:txBody>
                    <a:bodyPr/>
                    <a:p>
                      <a:pPr algn="ctr">
                        <a:buClrTx/>
                        <a:buSzTx/>
                        <a:buFontTx/>
                      </a:pPr>
                      <a:r>
                        <a:rPr lang="en-US" altLang="zh-CN" sz="1200">
                          <a:cs typeface="+mn-ea"/>
                        </a:rPr>
                        <a:t>DEFAULT 'pending'</a:t>
                      </a:r>
                      <a:endParaRPr lang="en-US" altLang="zh-CN" sz="1200">
                        <a:cs typeface="+mn-ea"/>
                      </a:endParaRPr>
                    </a:p>
                  </a:txBody>
                  <a:tcPr marL="0" marR="0" marT="0" marB="0" anchor="ctr" anchorCtr="0"/>
                </a:tc>
                <a:tc>
                  <a:txBody>
                    <a:bodyPr/>
                    <a:p>
                      <a:pPr algn="ctr">
                        <a:buClrTx/>
                        <a:buSzTx/>
                        <a:buFontTx/>
                      </a:pPr>
                      <a:r>
                        <a:rPr lang="en-US" altLang="zh-CN" sz="1200">
                          <a:cs typeface="+mn-ea"/>
                        </a:rPr>
                        <a:t>pending(待审)/approved(通过)/rejected(驳回)/removed (下架)</a:t>
                      </a:r>
                      <a:endParaRPr lang="en-US" altLang="zh-CN" sz="1200">
                        <a:cs typeface="+mn-ea"/>
                      </a:endParaRPr>
                    </a:p>
                  </a:txBody>
                  <a:tcPr marL="0" marR="0" marT="0" marB="0" anchor="ctr" anchorCtr="0"/>
                </a:tc>
              </a:tr>
              <a:tr h="339725">
                <a:tc>
                  <a:txBody>
                    <a:bodyPr/>
                    <a:p>
                      <a:pPr algn="ctr">
                        <a:buClrTx/>
                        <a:buSzTx/>
                        <a:buFontTx/>
                      </a:pPr>
                      <a:r>
                        <a:rPr lang="en-US" altLang="zh-CN" sz="1200">
                          <a:cs typeface="+mn-ea"/>
                        </a:rPr>
                        <a:t>reviewed_by</a:t>
                      </a:r>
                      <a:endParaRPr lang="en-US" altLang="zh-CN" sz="1200">
                        <a:cs typeface="+mn-ea"/>
                      </a:endParaRPr>
                    </a:p>
                  </a:txBody>
                  <a:tcPr marL="0" marR="0" marT="0" marB="0" anchor="ctr" anchorCtr="0"/>
                </a:tc>
                <a:tc>
                  <a:txBody>
                    <a:bodyPr/>
                    <a:p>
                      <a:pPr algn="ctr">
                        <a:buClrTx/>
                        <a:buSzTx/>
                        <a:buFontTx/>
                      </a:pPr>
                      <a:r>
                        <a:rPr lang="en-US" altLang="zh-CN" sz="1200">
                          <a:cs typeface="+mn-ea"/>
                        </a:rPr>
                        <a:t>UUID</a:t>
                      </a:r>
                      <a:endParaRPr lang="en-US" altLang="zh-CN" sz="1200">
                        <a:cs typeface="+mn-ea"/>
                      </a:endParaRPr>
                    </a:p>
                  </a:txBody>
                  <a:tcPr marL="0" marR="0" marT="0" marB="0" anchor="ctr" anchorCtr="0"/>
                </a:tc>
                <a:tc>
                  <a:txBody>
                    <a:bodyPr/>
                    <a:p>
                      <a:pPr algn="ctr">
                        <a:buClrTx/>
                        <a:buSzTx/>
                        <a:buFontTx/>
                      </a:pPr>
                      <a:r>
                        <a:rPr lang="en-US" altLang="zh-CN" sz="1200">
                          <a:cs typeface="+mn-ea"/>
                        </a:rPr>
                        <a:t>FK(users.id)</a:t>
                      </a:r>
                      <a:endParaRPr lang="en-US" altLang="zh-CN" sz="1200">
                        <a:cs typeface="+mn-ea"/>
                      </a:endParaRPr>
                    </a:p>
                  </a:txBody>
                  <a:tcPr marL="0" marR="0" marT="0" marB="0" anchor="ctr" anchorCtr="0"/>
                </a:tc>
                <a:tc>
                  <a:txBody>
                    <a:bodyPr/>
                    <a:p>
                      <a:pPr algn="ctr">
                        <a:buClrTx/>
                        <a:buSzTx/>
                        <a:buFontTx/>
                      </a:pPr>
                      <a:r>
                        <a:rPr lang="en-US" altLang="zh-CN" sz="1200">
                          <a:cs typeface="+mn-ea"/>
                        </a:rPr>
                        <a:t>审核人</a:t>
                      </a:r>
                      <a:endParaRPr lang="en-US" altLang="zh-CN" sz="1200">
                        <a:cs typeface="+mn-ea"/>
                      </a:endParaRPr>
                    </a:p>
                  </a:txBody>
                  <a:tcPr marL="0" marR="0" marT="0" marB="0" anchor="ctr" anchorCtr="0"/>
                </a:tc>
              </a:tr>
              <a:tr h="339725">
                <a:tc>
                  <a:txBody>
                    <a:bodyPr/>
                    <a:p>
                      <a:pPr algn="ctr">
                        <a:buClrTx/>
                        <a:buSzTx/>
                        <a:buFontTx/>
                      </a:pPr>
                      <a:r>
                        <a:rPr lang="en-US" altLang="zh-CN" sz="1200">
                          <a:cs typeface="+mn-ea"/>
                        </a:rPr>
                        <a:t>reviewed_at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审核时间</a:t>
                      </a:r>
                      <a:endParaRPr lang="en-US" altLang="zh-CN" sz="1200">
                        <a:cs typeface="+mn-ea"/>
                      </a:endParaRPr>
                    </a:p>
                  </a:txBody>
                  <a:tcPr marL="0" marR="0" marT="0" marB="0" anchor="ctr" anchorCtr="0"/>
                </a:tc>
              </a:tr>
              <a:tr h="340360">
                <a:tc>
                  <a:txBody>
                    <a:bodyPr/>
                    <a:p>
                      <a:pPr algn="ctr">
                        <a:buClrTx/>
                        <a:buSzTx/>
                        <a:buFontTx/>
                      </a:pPr>
                      <a:r>
                        <a:rPr lang="en-US" altLang="zh-CN" sz="1200">
                          <a:cs typeface="+mn-ea"/>
                        </a:rPr>
                        <a:t>view_count</a:t>
                      </a:r>
                      <a:endParaRPr lang="en-US" altLang="zh-CN" sz="1200">
                        <a:cs typeface="+mn-ea"/>
                      </a:endParaRPr>
                    </a:p>
                  </a:txBody>
                  <a:tcPr marL="0" marR="0" marT="0" marB="0" anchor="ctr" anchorCtr="0"/>
                </a:tc>
                <a:tc>
                  <a:txBody>
                    <a:bodyPr/>
                    <a:p>
                      <a:pPr algn="ctr">
                        <a:buClrTx/>
                        <a:buSzTx/>
                        <a:buFontTx/>
                      </a:pPr>
                      <a:r>
                        <a:rPr lang="en-US" altLang="zh-CN" sz="1200">
                          <a:cs typeface="+mn-ea"/>
                        </a:rPr>
                        <a:t>INTEGER</a:t>
                      </a:r>
                      <a:endParaRPr lang="en-US" altLang="zh-CN" sz="1200">
                        <a:cs typeface="+mn-ea"/>
                      </a:endParaRPr>
                    </a:p>
                  </a:txBody>
                  <a:tcPr marL="0" marR="0" marT="0" marB="0" anchor="ctr" anchorCtr="0"/>
                </a:tc>
                <a:tc>
                  <a:txBody>
                    <a:bodyPr/>
                    <a:p>
                      <a:pPr algn="ctr">
                        <a:buClrTx/>
                        <a:buSzTx/>
                        <a:buFontTx/>
                      </a:pPr>
                      <a:r>
                        <a:rPr lang="en-US" altLang="zh-CN" sz="1200">
                          <a:cs typeface="+mn-ea"/>
                        </a:rPr>
                        <a:t>DEFAULT 0</a:t>
                      </a:r>
                      <a:endParaRPr lang="en-US" altLang="zh-CN" sz="1200">
                        <a:cs typeface="+mn-ea"/>
                      </a:endParaRPr>
                    </a:p>
                  </a:txBody>
                  <a:tcPr marL="0" marR="0" marT="0" marB="0" anchor="ctr" anchorCtr="0"/>
                </a:tc>
                <a:tc>
                  <a:txBody>
                    <a:bodyPr/>
                    <a:p>
                      <a:pPr algn="ctr">
                        <a:buClrTx/>
                        <a:buSzTx/>
                        <a:buFontTx/>
                      </a:pPr>
                      <a:r>
                        <a:rPr lang="en-US" altLang="zh-CN" sz="1200">
                          <a:cs typeface="+mn-ea"/>
                        </a:rPr>
                        <a:t>浏览次数</a:t>
                      </a:r>
                      <a:endParaRPr lang="en-US" altLang="zh-CN" sz="1200">
                        <a:cs typeface="+mn-ea"/>
                      </a:endParaRPr>
                    </a:p>
                  </a:txBody>
                  <a:tcPr marL="0" marR="0" marT="0" marB="0" anchor="ctr" anchorCtr="0"/>
                </a:tc>
              </a:tr>
              <a:tr h="339090">
                <a:tc>
                  <a:txBody>
                    <a:bodyPr/>
                    <a:p>
                      <a:pPr algn="ctr">
                        <a:buClrTx/>
                        <a:buSzTx/>
                        <a:buFontTx/>
                      </a:pPr>
                      <a:r>
                        <a:rPr lang="en-US" altLang="zh-CN" sz="1200">
                          <a:cs typeface="+mn-ea"/>
                        </a:rPr>
                        <a:t>favorite_count</a:t>
                      </a:r>
                      <a:endParaRPr lang="en-US" altLang="zh-CN" sz="1200">
                        <a:cs typeface="+mn-ea"/>
                      </a:endParaRPr>
                    </a:p>
                  </a:txBody>
                  <a:tcPr marL="0" marR="0" marT="0" marB="0" anchor="ctr" anchorCtr="0"/>
                </a:tc>
                <a:tc>
                  <a:txBody>
                    <a:bodyPr/>
                    <a:p>
                      <a:pPr algn="ctr">
                        <a:buClrTx/>
                        <a:buSzTx/>
                        <a:buFontTx/>
                      </a:pPr>
                      <a:r>
                        <a:rPr lang="en-US" altLang="zh-CN" sz="1200">
                          <a:cs typeface="+mn-ea"/>
                        </a:rPr>
                        <a:t>INTEGER</a:t>
                      </a:r>
                      <a:endParaRPr lang="en-US" altLang="zh-CN" sz="1200">
                        <a:cs typeface="+mn-ea"/>
                      </a:endParaRPr>
                    </a:p>
                  </a:txBody>
                  <a:tcPr marL="0" marR="0" marT="0" marB="0" anchor="ctr" anchorCtr="0"/>
                </a:tc>
                <a:tc>
                  <a:txBody>
                    <a:bodyPr/>
                    <a:p>
                      <a:pPr algn="ctr">
                        <a:buClrTx/>
                        <a:buSzTx/>
                        <a:buFontTx/>
                      </a:pPr>
                      <a:r>
                        <a:rPr lang="en-US" altLang="zh-CN" sz="1200">
                          <a:cs typeface="+mn-ea"/>
                        </a:rPr>
                        <a:t>DEFAULT 0</a:t>
                      </a:r>
                      <a:endParaRPr lang="en-US" altLang="zh-CN" sz="1200">
                        <a:cs typeface="+mn-ea"/>
                      </a:endParaRPr>
                    </a:p>
                  </a:txBody>
                  <a:tcPr marL="0" marR="0" marT="0" marB="0" anchor="ctr" anchorCtr="0"/>
                </a:tc>
                <a:tc>
                  <a:txBody>
                    <a:bodyPr/>
                    <a:p>
                      <a:pPr algn="ctr">
                        <a:buClrTx/>
                        <a:buSzTx/>
                        <a:buFontTx/>
                      </a:pPr>
                      <a:r>
                        <a:rPr lang="en-US" altLang="zh-CN" sz="1200">
                          <a:cs typeface="+mn-ea"/>
                        </a:rPr>
                        <a:t>收藏总数</a:t>
                      </a:r>
                      <a:endParaRPr lang="en-US" altLang="zh-CN" sz="1200">
                        <a:cs typeface="+mn-ea"/>
                      </a:endParaRPr>
                    </a:p>
                  </a:txBody>
                  <a:tcPr marL="0" marR="0" marT="0" marB="0" anchor="ctr" anchorCtr="0"/>
                </a:tc>
              </a:tr>
              <a:tr h="339725">
                <a:tc>
                  <a:txBody>
                    <a:bodyPr/>
                    <a:p>
                      <a:pPr algn="ctr">
                        <a:buClrTx/>
                        <a:buSzTx/>
                        <a:buFontTx/>
                      </a:pPr>
                      <a:r>
                        <a:rPr lang="en-US" altLang="zh-CN" sz="1200">
                          <a:cs typeface="+mn-ea"/>
                        </a:rPr>
                        <a:t>audit_note</a:t>
                      </a:r>
                      <a:endParaRPr lang="en-US" altLang="zh-CN" sz="1200">
                        <a:cs typeface="+mn-ea"/>
                      </a:endParaRPr>
                    </a:p>
                  </a:txBody>
                  <a:tcPr marL="0" marR="0" marT="0" marB="0" anchor="ctr" anchorCtr="0"/>
                </a:tc>
                <a:tc>
                  <a:txBody>
                    <a:bodyPr/>
                    <a:p>
                      <a:pPr algn="ctr">
                        <a:buClrTx/>
                        <a:buSzTx/>
                        <a:buFontTx/>
                      </a:pPr>
                      <a:r>
                        <a:rPr lang="en-US" altLang="zh-CN" sz="1200">
                          <a:cs typeface="+mn-ea"/>
                        </a:rPr>
                        <a:t>TEXT</a:t>
                      </a:r>
                      <a:endParaRPr lang="en-US" altLang="zh-CN" sz="1200">
                        <a:cs typeface="+mn-ea"/>
                      </a:endParaRPr>
                    </a:p>
                  </a:txBody>
                  <a:tcPr marL="0" marR="0" marT="0" marB="0" anchor="ctr" anchorCtr="0"/>
                </a:tc>
                <a:tc>
                  <a:txBody>
                    <a:bodyPr/>
                    <a:p>
                      <a:pPr algn="ctr">
                        <a:buClrTx/>
                        <a:buSzTx/>
                        <a:buFontTx/>
                      </a:pPr>
                      <a:r>
                        <a:rPr lang="en-US" altLang="zh-CN" sz="1200">
                          <a:cs typeface="+mn-ea"/>
                        </a:rPr>
                        <a:t>NULL</a:t>
                      </a:r>
                      <a:endParaRPr lang="en-US" altLang="zh-CN" sz="1200">
                        <a:cs typeface="+mn-ea"/>
                      </a:endParaRPr>
                    </a:p>
                  </a:txBody>
                  <a:tcPr marL="0" marR="0" marT="0" marB="0" anchor="ctr" anchorCtr="0"/>
                </a:tc>
                <a:tc>
                  <a:txBody>
                    <a:bodyPr/>
                    <a:p>
                      <a:pPr algn="ctr">
                        <a:buClrTx/>
                        <a:buSzTx/>
                        <a:buFontTx/>
                      </a:pPr>
                      <a:r>
                        <a:rPr lang="en-US" altLang="zh-CN" sz="1200">
                          <a:cs typeface="+mn-ea"/>
                        </a:rPr>
                        <a:t>审核意见</a:t>
                      </a:r>
                      <a:endParaRPr lang="en-US" altLang="zh-CN" sz="1200">
                        <a:cs typeface="+mn-ea"/>
                      </a:endParaRPr>
                    </a:p>
                  </a:txBody>
                  <a:tcPr marL="0" marR="0" marT="0" marB="0" anchor="ctr" anchorCtr="0"/>
                </a:tc>
              </a:tr>
              <a:tr h="339725">
                <a:tc>
                  <a:txBody>
                    <a:bodyPr/>
                    <a:p>
                      <a:pPr algn="ctr">
                        <a:buClrTx/>
                        <a:buSzTx/>
                        <a:buFontTx/>
                      </a:pPr>
                      <a:r>
                        <a:rPr lang="en-US" altLang="zh-CN" sz="1200">
                          <a:cs typeface="+mn-ea"/>
                        </a:rPr>
                        <a:t>created_at</a:t>
                      </a:r>
                      <a:endParaRPr lang="en-US" altLang="zh-CN" sz="1200">
                        <a:cs typeface="+mn-ea"/>
                      </a:endParaRPr>
                    </a:p>
                  </a:txBody>
                  <a:tcPr marL="0" marR="0" marT="0" marB="0" anchor="ctr" anchorCtr="0"/>
                </a:tc>
                <a:tc>
                  <a:txBody>
                    <a:bodyPr/>
                    <a:p>
                      <a:pPr algn="ctr">
                        <a:buClrTx/>
                        <a:buSzTx/>
                        <a:buFontTx/>
                      </a:pPr>
                      <a:r>
                        <a:rPr lang="en-US" altLang="zh-CN" sz="1200">
                          <a:cs typeface="+mn-ea"/>
                        </a:rPr>
                        <a:t>TIMESTAMP</a:t>
                      </a:r>
                      <a:endParaRPr lang="en-US" altLang="zh-CN" sz="1200">
                        <a:cs typeface="+mn-ea"/>
                      </a:endParaRPr>
                    </a:p>
                  </a:txBody>
                  <a:tcPr marL="0" marR="0" marT="0" marB="0" anchor="ctr" anchorCtr="0"/>
                </a:tc>
                <a:tc>
                  <a:txBody>
                    <a:bodyPr/>
                    <a:p>
                      <a:pPr algn="ctr">
                        <a:buClrTx/>
                        <a:buSzTx/>
                        <a:buFontTx/>
                      </a:pPr>
                      <a:r>
                        <a:rPr lang="en-US" altLang="zh-CN" sz="1200">
                          <a:cs typeface="+mn-ea"/>
                        </a:rPr>
                        <a:t>NOT NULL,</a:t>
                      </a:r>
                      <a:endParaRPr lang="en-US" altLang="zh-CN" sz="1200">
                        <a:cs typeface="+mn-ea"/>
                      </a:endParaRPr>
                    </a:p>
                  </a:txBody>
                  <a:tcPr marL="0" marR="0" marT="0" marB="0" anchor="ctr" anchorCtr="0"/>
                </a:tc>
                <a:tc>
                  <a:txBody>
                    <a:bodyPr/>
                    <a:p>
                      <a:pPr algn="ctr">
                        <a:buClrTx/>
                        <a:buSzTx/>
                        <a:buFontTx/>
                      </a:pPr>
                      <a:r>
                        <a:rPr lang="en-US" altLang="zh-CN" sz="1200">
                          <a:cs typeface="+mn-ea"/>
                        </a:rPr>
                        <a:t>分享提交时间</a:t>
                      </a:r>
                      <a:endParaRPr lang="en-US" altLang="zh-CN" sz="1200">
                        <a:cs typeface="+mn-ea"/>
                      </a:endParaRPr>
                    </a:p>
                  </a:txBody>
                  <a:tcPr marL="0" marR="0" marT="0" marB="0" anchor="ctr"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a:t>2.4 AI</a:t>
            </a:r>
            <a:r>
              <a:rPr altLang="en-US"/>
              <a:t>功能相关</a:t>
            </a:r>
            <a:r>
              <a:rPr>
                <a:latin typeface="黑体" panose="02010609060101010101" charset="-122"/>
                <a:ea typeface="黑体" panose="02010609060101010101" charset="-122"/>
              </a:rPr>
              <a:t>表设计</a:t>
            </a:r>
            <a:endParaRPr>
              <a:latin typeface="黑体" panose="02010609060101010101" charset="-122"/>
              <a:ea typeface="黑体" panose="02010609060101010101" charset="-122"/>
            </a:endParaRPr>
          </a:p>
        </p:txBody>
      </p:sp>
      <p:sp>
        <p:nvSpPr>
          <p:cNvPr id="4" name="灯片编号占位符 3"/>
          <p:cNvSpPr>
            <a:spLocks noGrp="1"/>
          </p:cNvSpPr>
          <p:nvPr>
            <p:ph type="sldNum" idx="4"/>
          </p:nvPr>
        </p:nvSpPr>
        <p:spPr/>
        <p:txBody>
          <a:bodyPr/>
          <a:lstStyle/>
          <a:p>
            <a:r>
              <a:rPr lang="en-US"/>
              <a:t>&lt; </a:t>
            </a:r>
            <a:fld id="{F957C8C4-8C64-45FB-A234-0F692E979DF4}" type="slidenum">
              <a:rPr lang="zh-CN"/>
            </a:fld>
            <a:r>
              <a:rPr lang="zh-CN"/>
              <a:t> </a:t>
            </a:r>
            <a:r>
              <a:rPr lang="en-US"/>
              <a:t>&gt;</a:t>
            </a:r>
            <a:endParaRPr lang="zh-CN"/>
          </a:p>
        </p:txBody>
      </p:sp>
      <p:graphicFrame>
        <p:nvGraphicFramePr>
          <p:cNvPr id="18" name="表格 17"/>
          <p:cNvGraphicFramePr/>
          <p:nvPr>
            <p:custDataLst>
              <p:tags r:id="rId1"/>
            </p:custDataLst>
          </p:nvPr>
        </p:nvGraphicFramePr>
        <p:xfrm>
          <a:off x="6240145" y="908685"/>
          <a:ext cx="5662930" cy="5871845"/>
        </p:xfrm>
        <a:graphic>
          <a:graphicData uri="http://schemas.openxmlformats.org/drawingml/2006/table">
            <a:tbl>
              <a:tblPr firstRow="1" bandRow="1">
                <a:tableStyleId>{1FECB4D8-DB02-4DC6-A0A2-4F2EBAE1DC90}</a:tableStyleId>
              </a:tblPr>
              <a:tblGrid>
                <a:gridCol w="1233170"/>
                <a:gridCol w="984250"/>
                <a:gridCol w="1393825"/>
                <a:gridCol w="2051685"/>
              </a:tblGrid>
              <a:tr h="439420">
                <a:tc>
                  <a:txBody>
                    <a:bodyPr/>
                    <a:p>
                      <a:pPr algn="ctr"/>
                      <a:r>
                        <a:rPr lang="zh-CN" altLang="en-US" sz="1600"/>
                        <a:t>字段名称</a:t>
                      </a:r>
                      <a:endParaRPr lang="zh-CN" altLang="en-US" sz="1600"/>
                    </a:p>
                  </a:txBody>
                  <a:tcPr marL="0" marR="0" marT="0" marB="0" anchor="ctr" anchorCtr="0"/>
                </a:tc>
                <a:tc>
                  <a:txBody>
                    <a:bodyPr/>
                    <a:p>
                      <a:pPr algn="ctr"/>
                      <a:r>
                        <a:rPr lang="zh-CN" altLang="en-US" sz="1600"/>
                        <a:t>数据类型</a:t>
                      </a:r>
                      <a:endParaRPr lang="zh-CN" altLang="en-US" sz="1600"/>
                    </a:p>
                  </a:txBody>
                  <a:tcPr marL="0" marR="0" marT="0" marB="0" anchor="ctr" anchorCtr="0"/>
                </a:tc>
                <a:tc>
                  <a:txBody>
                    <a:bodyPr/>
                    <a:p>
                      <a:pPr algn="ctr"/>
                      <a:r>
                        <a:rPr lang="zh-CN" altLang="en-US" sz="1600"/>
                        <a:t>约束</a:t>
                      </a:r>
                      <a:endParaRPr lang="zh-CN" altLang="en-US" sz="1600"/>
                    </a:p>
                  </a:txBody>
                  <a:tcPr marL="0" marR="0" marT="0" marB="0" anchor="ctr" anchorCtr="0"/>
                </a:tc>
                <a:tc>
                  <a:txBody>
                    <a:bodyPr/>
                    <a:p>
                      <a:pPr algn="ctr"/>
                      <a:r>
                        <a:rPr lang="zh-CN" altLang="en-US" sz="1600"/>
                        <a:t>说明</a:t>
                      </a:r>
                      <a:endParaRPr lang="zh-CN" altLang="en-US" sz="1600"/>
                    </a:p>
                  </a:txBody>
                  <a:tcPr marL="0" marR="0" marT="0" marB="0" anchor="ctr" anchorCtr="0"/>
                </a:tc>
              </a:tr>
              <a:tr h="357505">
                <a:tc>
                  <a:txBody>
                    <a:bodyPr/>
                    <a:p>
                      <a:pPr algn="ctr"/>
                      <a:r>
                        <a:rPr lang="en-US" altLang="zh-CN" sz="1200">
                          <a:cs typeface="+mn-ea"/>
                        </a:rPr>
                        <a:t>id</a:t>
                      </a:r>
                      <a:endParaRPr lang="en-US" altLang="zh-CN" sz="1200">
                        <a:cs typeface="+mn-ea"/>
                      </a:endParaRPr>
                    </a:p>
                  </a:txBody>
                  <a:tcPr marL="0" marR="0" marT="0" marB="0" anchor="ctr" anchorCtr="0"/>
                </a:tc>
                <a:tc>
                  <a:txBody>
                    <a:bodyPr/>
                    <a:p>
                      <a:pPr algn="ctr"/>
                      <a:r>
                        <a:rPr lang="en-US" altLang="zh-CN" sz="1200">
                          <a:cs typeface="+mn-ea"/>
                        </a:rPr>
                        <a:t>UUID</a:t>
                      </a:r>
                      <a:endParaRPr lang="en-US" altLang="zh-CN" sz="1200">
                        <a:cs typeface="+mn-ea"/>
                      </a:endParaRPr>
                    </a:p>
                  </a:txBody>
                  <a:tcPr marL="0" marR="0" marT="0" marB="0" anchor="ctr" anchorCtr="0"/>
                </a:tc>
                <a:tc>
                  <a:txBody>
                    <a:bodyPr/>
                    <a:p>
                      <a:pPr algn="ctr"/>
                      <a:r>
                        <a:rPr lang="en-US" altLang="zh-CN" sz="1200">
                          <a:cs typeface="+mn-ea"/>
                        </a:rPr>
                        <a:t>PK, 默认生成</a:t>
                      </a:r>
                      <a:endParaRPr lang="en-US" altLang="zh-CN" sz="1200">
                        <a:cs typeface="+mn-ea"/>
                      </a:endParaRPr>
                    </a:p>
                  </a:txBody>
                  <a:tcPr marL="0" marR="0" marT="0" marB="0" anchor="ctr" anchorCtr="0"/>
                </a:tc>
                <a:tc>
                  <a:txBody>
                    <a:bodyPr/>
                    <a:p>
                      <a:pPr algn="ctr"/>
                      <a:r>
                        <a:rPr lang="en-US" altLang="zh-CN" sz="1200">
                          <a:cs typeface="+mn-ea"/>
                        </a:rPr>
                        <a:t>调用记录 ID</a:t>
                      </a:r>
                      <a:endParaRPr lang="en-US" altLang="zh-CN" sz="1200">
                        <a:cs typeface="+mn-ea"/>
                      </a:endParaRPr>
                    </a:p>
                  </a:txBody>
                  <a:tcPr marL="0" marR="0" marT="0" marB="0" anchor="ctr" anchorCtr="0"/>
                </a:tc>
              </a:tr>
              <a:tr h="358140">
                <a:tc>
                  <a:txBody>
                    <a:bodyPr/>
                    <a:p>
                      <a:pPr algn="ctr"/>
                      <a:r>
                        <a:rPr lang="en-US" altLang="zh-CN" sz="1200">
                          <a:cs typeface="+mn-ea"/>
                        </a:rPr>
                        <a:t>user_id</a:t>
                      </a:r>
                      <a:endParaRPr lang="en-US" altLang="zh-CN" sz="1200">
                        <a:cs typeface="+mn-ea"/>
                      </a:endParaRPr>
                    </a:p>
                  </a:txBody>
                  <a:tcPr marL="0" marR="0" marT="0" marB="0" anchor="ctr" anchorCtr="0"/>
                </a:tc>
                <a:tc>
                  <a:txBody>
                    <a:bodyPr/>
                    <a:p>
                      <a:pPr algn="ctr"/>
                      <a:r>
                        <a:rPr lang="en-US" altLang="zh-CN" sz="1200">
                          <a:cs typeface="+mn-ea"/>
                        </a:rPr>
                        <a:t>UUID</a:t>
                      </a:r>
                      <a:endParaRPr lang="en-US" altLang="zh-CN" sz="1200">
                        <a:cs typeface="+mn-ea"/>
                      </a:endParaRPr>
                    </a:p>
                  </a:txBody>
                  <a:tcPr marL="0" marR="0" marT="0" marB="0" anchor="ctr" anchorCtr="0"/>
                </a:tc>
                <a:tc>
                  <a:txBody>
                    <a:bodyPr/>
                    <a:p>
                      <a:pPr algn="ctr"/>
                      <a:r>
                        <a:rPr lang="en-US" altLang="zh-CN" sz="1200">
                          <a:cs typeface="+mn-ea"/>
                        </a:rPr>
                        <a:t>FK(users.id), NULL</a:t>
                      </a:r>
                      <a:endParaRPr lang="en-US" altLang="zh-CN" sz="1200">
                        <a:cs typeface="+mn-ea"/>
                      </a:endParaRPr>
                    </a:p>
                  </a:txBody>
                  <a:tcPr marL="0" marR="0" marT="0" marB="0" anchor="ctr" anchorCtr="0"/>
                </a:tc>
                <a:tc>
                  <a:txBody>
                    <a:bodyPr/>
                    <a:p>
                      <a:pPr algn="ctr"/>
                      <a:r>
                        <a:rPr lang="en-US" altLang="zh-CN" sz="1200">
                          <a:cs typeface="+mn-ea"/>
                        </a:rPr>
                        <a:t>调用用户（游客为 NULL）</a:t>
                      </a:r>
                      <a:endParaRPr lang="en-US" altLang="zh-CN" sz="1200">
                        <a:cs typeface="+mn-ea"/>
                      </a:endParaRPr>
                    </a:p>
                  </a:txBody>
                  <a:tcPr marL="0" marR="0" marT="0" marB="0" anchor="ctr" anchorCtr="0"/>
                </a:tc>
              </a:tr>
              <a:tr h="365760">
                <a:tc>
                  <a:txBody>
                    <a:bodyPr/>
                    <a:p>
                      <a:pPr algn="ctr"/>
                      <a:r>
                        <a:rPr lang="en-US" altLang="zh-CN" sz="1200">
                          <a:cs typeface="+mn-ea"/>
                        </a:rPr>
                        <a:t>guest_session_id</a:t>
                      </a:r>
                      <a:endParaRPr lang="en-US" altLang="zh-CN" sz="1200">
                        <a:cs typeface="+mn-ea"/>
                      </a:endParaRPr>
                    </a:p>
                  </a:txBody>
                  <a:tcPr marL="0" marR="0" marT="0" marB="0" anchor="ctr" anchorCtr="0"/>
                </a:tc>
                <a:tc>
                  <a:txBody>
                    <a:bodyPr/>
                    <a:p>
                      <a:pPr algn="ctr"/>
                      <a:r>
                        <a:rPr lang="en-US" altLang="zh-CN" sz="1200">
                          <a:cs typeface="+mn-ea"/>
                        </a:rPr>
                        <a:t>VARCHAR(100)</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游客会话 ID</a:t>
                      </a:r>
                      <a:endParaRPr lang="en-US" altLang="zh-CN" sz="1200">
                        <a:cs typeface="+mn-ea"/>
                      </a:endParaRPr>
                    </a:p>
                  </a:txBody>
                  <a:tcPr marL="0" marR="0" marT="0" marB="0" anchor="ctr" anchorCtr="0"/>
                </a:tc>
              </a:tr>
              <a:tr h="365760">
                <a:tc>
                  <a:txBody>
                    <a:bodyPr/>
                    <a:p>
                      <a:pPr algn="ctr"/>
                      <a:r>
                        <a:rPr lang="en-US" altLang="zh-CN" sz="1200">
                          <a:cs typeface="+mn-ea"/>
                        </a:rPr>
                        <a:t>prompt_id</a:t>
                      </a:r>
                      <a:endParaRPr lang="en-US" altLang="zh-CN" sz="1200">
                        <a:cs typeface="+mn-ea"/>
                      </a:endParaRPr>
                    </a:p>
                  </a:txBody>
                  <a:tcPr marL="0" marR="0" marT="0" marB="0" anchor="ctr" anchorCtr="0"/>
                </a:tc>
                <a:tc>
                  <a:txBody>
                    <a:bodyPr/>
                    <a:p>
                      <a:pPr algn="ctr"/>
                      <a:r>
                        <a:rPr lang="en-US" altLang="zh-CN" sz="1200">
                          <a:cs typeface="+mn-ea"/>
                        </a:rPr>
                        <a:t>UUID</a:t>
                      </a:r>
                      <a:endParaRPr lang="en-US" altLang="zh-CN" sz="1200">
                        <a:cs typeface="+mn-ea"/>
                      </a:endParaRPr>
                    </a:p>
                  </a:txBody>
                  <a:tcPr marL="0" marR="0" marT="0" marB="0" anchor="ctr" anchorCtr="0"/>
                </a:tc>
                <a:tc>
                  <a:txBody>
                    <a:bodyPr/>
                    <a:p>
                      <a:pPr algn="ctr"/>
                      <a:r>
                        <a:rPr lang="en-US" altLang="zh-CN" sz="1200">
                          <a:cs typeface="+mn-ea"/>
                        </a:rPr>
                        <a:t>FK(prompts.id), NULL</a:t>
                      </a:r>
                      <a:endParaRPr lang="en-US" altLang="zh-CN" sz="1200">
                        <a:cs typeface="+mn-ea"/>
                      </a:endParaRPr>
                    </a:p>
                  </a:txBody>
                  <a:tcPr marL="0" marR="0" marT="0" marB="0" anchor="ctr" anchorCtr="0"/>
                </a:tc>
                <a:tc>
                  <a:txBody>
                    <a:bodyPr/>
                    <a:p>
                      <a:pPr algn="ctr"/>
                      <a:r>
                        <a:rPr lang="en-US" altLang="zh-CN" sz="1200">
                          <a:cs typeface="+mn-ea"/>
                        </a:rPr>
                        <a:t>关联的个人 Prompt</a:t>
                      </a:r>
                      <a:endParaRPr lang="en-US" altLang="zh-CN" sz="1200">
                        <a:cs typeface="+mn-ea"/>
                      </a:endParaRPr>
                    </a:p>
                  </a:txBody>
                  <a:tcPr marL="0" marR="0" marT="0" marB="0" anchor="ctr" anchorCtr="0"/>
                </a:tc>
              </a:tr>
              <a:tr h="365760">
                <a:tc>
                  <a:txBody>
                    <a:bodyPr/>
                    <a:p>
                      <a:pPr algn="ctr"/>
                      <a:r>
                        <a:rPr lang="en-US" altLang="zh-CN" sz="1200">
                          <a:cs typeface="+mn-ea"/>
                        </a:rPr>
                        <a:t>community_prompt_id</a:t>
                      </a:r>
                      <a:endParaRPr lang="en-US" altLang="zh-CN" sz="1200">
                        <a:cs typeface="+mn-ea"/>
                      </a:endParaRPr>
                    </a:p>
                  </a:txBody>
                  <a:tcPr marL="0" marR="0" marT="0" marB="0" anchor="ctr" anchorCtr="0"/>
                </a:tc>
                <a:tc>
                  <a:txBody>
                    <a:bodyPr/>
                    <a:p>
                      <a:pPr algn="ctr"/>
                      <a:r>
                        <a:rPr lang="en-US" altLang="zh-CN" sz="1200">
                          <a:cs typeface="+mn-ea"/>
                        </a:rPr>
                        <a:t>UUID</a:t>
                      </a:r>
                      <a:endParaRPr lang="en-US" altLang="zh-CN" sz="1200">
                        <a:cs typeface="+mn-ea"/>
                      </a:endParaRPr>
                    </a:p>
                  </a:txBody>
                  <a:tcPr marL="0" marR="0" marT="0" marB="0" anchor="ctr" anchorCtr="0"/>
                </a:tc>
                <a:tc>
                  <a:txBody>
                    <a:bodyPr/>
                    <a:p>
                      <a:pPr algn="ctr"/>
                      <a:r>
                        <a:rPr lang="en-US" altLang="zh-CN" sz="1200">
                          <a:cs typeface="+mn-ea"/>
                        </a:rPr>
                        <a:t>FK(community_prompts.id)</a:t>
                      </a:r>
                      <a:endParaRPr lang="en-US" altLang="zh-CN" sz="1200">
                        <a:cs typeface="+mn-ea"/>
                      </a:endParaRPr>
                    </a:p>
                  </a:txBody>
                  <a:tcPr marL="0" marR="0" marT="0" marB="0" anchor="ctr" anchorCtr="0"/>
                </a:tc>
                <a:tc>
                  <a:txBody>
                    <a:bodyPr/>
                    <a:p>
                      <a:pPr algn="ctr"/>
                      <a:r>
                        <a:rPr lang="en-US" altLang="zh-CN" sz="1200">
                          <a:cs typeface="+mn-ea"/>
                        </a:rPr>
                        <a:t>关联的社区 Prompt</a:t>
                      </a:r>
                      <a:endParaRPr lang="en-US" altLang="zh-CN" sz="1200">
                        <a:cs typeface="+mn-ea"/>
                      </a:endParaRPr>
                    </a:p>
                  </a:txBody>
                  <a:tcPr marL="0" marR="0" marT="0" marB="0" anchor="ctr" anchorCtr="0"/>
                </a:tc>
              </a:tr>
              <a:tr h="358140">
                <a:tc>
                  <a:txBody>
                    <a:bodyPr/>
                    <a:p>
                      <a:pPr algn="ctr"/>
                      <a:r>
                        <a:rPr lang="en-US" altLang="zh-CN" sz="1200">
                          <a:cs typeface="+mn-ea"/>
                        </a:rPr>
                        <a:t>call_type</a:t>
                      </a:r>
                      <a:endParaRPr lang="en-US" altLang="zh-CN" sz="1200">
                        <a:cs typeface="+mn-ea"/>
                      </a:endParaRPr>
                    </a:p>
                  </a:txBody>
                  <a:tcPr marL="0" marR="0" marT="0" marB="0" anchor="ctr" anchorCtr="0"/>
                </a:tc>
                <a:tc>
                  <a:txBody>
                    <a:bodyPr/>
                    <a:p>
                      <a:pPr algn="ctr"/>
                      <a:r>
                        <a:rPr lang="en-US" altLang="zh-CN" sz="1200">
                          <a:cs typeface="+mn-ea"/>
                        </a:rPr>
                        <a:t>VARCHAR</a:t>
                      </a:r>
                      <a:endParaRPr lang="en-US" altLang="zh-CN" sz="1200">
                        <a:cs typeface="+mn-ea"/>
                      </a:endParaRPr>
                    </a:p>
                  </a:txBody>
                  <a:tcPr marL="0" marR="0" marT="0" marB="0" anchor="ctr" anchorCtr="0"/>
                </a:tc>
                <a:tc>
                  <a:txBody>
                    <a:bodyPr/>
                    <a:p>
                      <a:pPr algn="ctr"/>
                      <a:r>
                        <a:rPr lang="en-US" altLang="zh-CN" sz="1200">
                          <a:cs typeface="+mn-ea"/>
                        </a:rPr>
                        <a:t>NOT NULL</a:t>
                      </a:r>
                      <a:endParaRPr lang="en-US" altLang="zh-CN" sz="1200">
                        <a:cs typeface="+mn-ea"/>
                      </a:endParaRPr>
                    </a:p>
                  </a:txBody>
                  <a:tcPr marL="0" marR="0" marT="0" marB="0" anchor="ctr" anchorCtr="0"/>
                </a:tc>
                <a:tc>
                  <a:txBody>
                    <a:bodyPr/>
                    <a:p>
                      <a:pPr algn="ctr"/>
                      <a:r>
                        <a:rPr lang="en-US" altLang="zh-CN" sz="1200">
                          <a:cs typeface="+mn-ea"/>
                        </a:rPr>
                        <a:t>polish(润色) / test(测试)</a:t>
                      </a:r>
                      <a:endParaRPr lang="en-US" altLang="zh-CN" sz="1200">
                        <a:cs typeface="+mn-ea"/>
                      </a:endParaRPr>
                    </a:p>
                  </a:txBody>
                  <a:tcPr marL="0" marR="0" marT="0" marB="0" anchor="ctr" anchorCtr="0"/>
                </a:tc>
              </a:tr>
              <a:tr h="365760">
                <a:tc>
                  <a:txBody>
                    <a:bodyPr/>
                    <a:p>
                      <a:pPr algn="ctr"/>
                      <a:r>
                        <a:rPr lang="en-US" altLang="zh-CN" sz="1200">
                          <a:cs typeface="+mn-ea"/>
                        </a:rPr>
                        <a:t>api_key_source</a:t>
                      </a:r>
                      <a:endParaRPr lang="en-US" altLang="zh-CN" sz="1200">
                        <a:cs typeface="+mn-ea"/>
                      </a:endParaRPr>
                    </a:p>
                  </a:txBody>
                  <a:tcPr marL="0" marR="0" marT="0" marB="0" anchor="ctr" anchorCtr="0"/>
                </a:tc>
                <a:tc>
                  <a:txBody>
                    <a:bodyPr/>
                    <a:p>
                      <a:pPr algn="ctr"/>
                      <a:r>
                        <a:rPr lang="en-US" altLang="zh-CN" sz="1200">
                          <a:cs typeface="+mn-ea"/>
                        </a:rPr>
                        <a:t>VARCHAR</a:t>
                      </a:r>
                      <a:endParaRPr lang="en-US" altLang="zh-CN" sz="1200">
                        <a:cs typeface="+mn-ea"/>
                      </a:endParaRPr>
                    </a:p>
                  </a:txBody>
                  <a:tcPr marL="0" marR="0" marT="0" marB="0" anchor="ctr" anchorCtr="0"/>
                </a:tc>
                <a:tc>
                  <a:txBody>
                    <a:bodyPr/>
                    <a:p>
                      <a:pPr algn="ctr"/>
                      <a:r>
                        <a:rPr lang="en-US" altLang="zh-CN" sz="1200">
                          <a:cs typeface="+mn-ea"/>
                        </a:rPr>
                        <a:t>NOT NULL</a:t>
                      </a:r>
                      <a:endParaRPr lang="en-US" altLang="zh-CN" sz="1200">
                        <a:cs typeface="+mn-ea"/>
                      </a:endParaRPr>
                    </a:p>
                  </a:txBody>
                  <a:tcPr marL="0" marR="0" marT="0" marB="0" anchor="ctr" anchorCtr="0"/>
                </a:tc>
                <a:tc>
                  <a:txBody>
                    <a:bodyPr/>
                    <a:p>
                      <a:pPr algn="ctr"/>
                      <a:r>
                        <a:rPr lang="en-US" altLang="zh-CN" sz="1200">
                          <a:cs typeface="+mn-ea"/>
                        </a:rPr>
                        <a:t>user(用户私有) / system_default(系统)</a:t>
                      </a:r>
                      <a:endParaRPr lang="en-US" altLang="zh-CN" sz="1200">
                        <a:cs typeface="+mn-ea"/>
                      </a:endParaRPr>
                    </a:p>
                  </a:txBody>
                  <a:tcPr marL="0" marR="0" marT="0" marB="0" anchor="ctr" anchorCtr="0"/>
                </a:tc>
              </a:tr>
              <a:tr h="358140">
                <a:tc>
                  <a:txBody>
                    <a:bodyPr/>
                    <a:p>
                      <a:pPr algn="ctr"/>
                      <a:r>
                        <a:rPr lang="en-US" altLang="zh-CN" sz="1200">
                          <a:cs typeface="+mn-ea"/>
                        </a:rPr>
                        <a:t>provider</a:t>
                      </a:r>
                      <a:endParaRPr lang="en-US" altLang="zh-CN" sz="1200">
                        <a:cs typeface="+mn-ea"/>
                      </a:endParaRPr>
                    </a:p>
                  </a:txBody>
                  <a:tcPr marL="0" marR="0" marT="0" marB="0" anchor="ctr" anchorCtr="0"/>
                </a:tc>
                <a:tc>
                  <a:txBody>
                    <a:bodyPr/>
                    <a:p>
                      <a:pPr algn="ctr"/>
                      <a:r>
                        <a:rPr lang="en-US" altLang="zh-CN" sz="1200">
                          <a:cs typeface="+mn-ea"/>
                        </a:rPr>
                        <a:t>VARCHAR</a:t>
                      </a:r>
                      <a:endParaRPr lang="en-US" altLang="zh-CN" sz="1200">
                        <a:cs typeface="+mn-ea"/>
                      </a:endParaRPr>
                    </a:p>
                  </a:txBody>
                  <a:tcPr marL="0" marR="0" marT="0" marB="0" anchor="ctr" anchorCtr="0"/>
                </a:tc>
                <a:tc>
                  <a:txBody>
                    <a:bodyPr/>
                    <a:p>
                      <a:pPr algn="ctr"/>
                      <a:r>
                        <a:rPr lang="en-US" altLang="zh-CN" sz="1200">
                          <a:cs typeface="+mn-ea"/>
                        </a:rPr>
                        <a:t>NOT NULL</a:t>
                      </a:r>
                      <a:endParaRPr lang="en-US" altLang="zh-CN" sz="1200">
                        <a:cs typeface="+mn-ea"/>
                      </a:endParaRPr>
                    </a:p>
                  </a:txBody>
                  <a:tcPr marL="0" marR="0" marT="0" marB="0" anchor="ctr" anchorCtr="0"/>
                </a:tc>
                <a:tc>
                  <a:txBody>
                    <a:bodyPr/>
                    <a:p>
                      <a:pPr algn="ctr"/>
                      <a:r>
                        <a:rPr lang="en-US" altLang="zh-CN" sz="1200">
                          <a:cs typeface="+mn-ea"/>
                        </a:rPr>
                        <a:t>AI 服务商</a:t>
                      </a:r>
                      <a:endParaRPr lang="en-US" altLang="zh-CN" sz="1200">
                        <a:cs typeface="+mn-ea"/>
                      </a:endParaRPr>
                    </a:p>
                  </a:txBody>
                  <a:tcPr marL="0" marR="0" marT="0" marB="0" anchor="ctr" anchorCtr="0"/>
                </a:tc>
              </a:tr>
              <a:tr h="365760">
                <a:tc>
                  <a:txBody>
                    <a:bodyPr/>
                    <a:p>
                      <a:pPr algn="ctr"/>
                      <a:r>
                        <a:rPr lang="en-US" altLang="zh-CN" sz="1200">
                          <a:cs typeface="+mn-ea"/>
                        </a:rPr>
                        <a:t>model</a:t>
                      </a:r>
                      <a:endParaRPr lang="en-US" altLang="zh-CN" sz="1200">
                        <a:cs typeface="+mn-ea"/>
                      </a:endParaRPr>
                    </a:p>
                  </a:txBody>
                  <a:tcPr marL="0" marR="0" marT="0" marB="0" anchor="ctr" anchorCtr="0"/>
                </a:tc>
                <a:tc>
                  <a:txBody>
                    <a:bodyPr/>
                    <a:p>
                      <a:pPr algn="ctr"/>
                      <a:r>
                        <a:rPr lang="en-US" altLang="zh-CN" sz="1200">
                          <a:cs typeface="+mn-ea"/>
                        </a:rPr>
                        <a:t>VARCHAR</a:t>
                      </a:r>
                      <a:endParaRPr lang="en-US" altLang="zh-CN" sz="1200">
                        <a:cs typeface="+mn-ea"/>
                      </a:endParaRPr>
                    </a:p>
                  </a:txBody>
                  <a:tcPr marL="0" marR="0" marT="0" marB="0" anchor="ctr" anchorCtr="0"/>
                </a:tc>
                <a:tc>
                  <a:txBody>
                    <a:bodyPr/>
                    <a:p>
                      <a:pPr algn="ctr"/>
                      <a:r>
                        <a:rPr lang="en-US" altLang="zh-CN" sz="1200">
                          <a:cs typeface="+mn-ea"/>
                        </a:rPr>
                        <a:t>NOT NULL</a:t>
                      </a:r>
                      <a:endParaRPr lang="en-US" altLang="zh-CN" sz="1200">
                        <a:cs typeface="+mn-ea"/>
                      </a:endParaRPr>
                    </a:p>
                  </a:txBody>
                  <a:tcPr marL="0" marR="0" marT="0" marB="0" anchor="ctr" anchorCtr="0"/>
                </a:tc>
                <a:tc>
                  <a:txBody>
                    <a:bodyPr/>
                    <a:p>
                      <a:pPr algn="ctr"/>
                      <a:r>
                        <a:rPr lang="en-US" altLang="zh-CN" sz="1200">
                          <a:cs typeface="+mn-ea"/>
                        </a:rPr>
                        <a:t>调用的模型名称</a:t>
                      </a:r>
                      <a:endParaRPr lang="en-US" altLang="zh-CN" sz="1200">
                        <a:cs typeface="+mn-ea"/>
                      </a:endParaRPr>
                    </a:p>
                  </a:txBody>
                  <a:tcPr marL="0" marR="0" marT="0" marB="0" anchor="ctr" anchorCtr="0"/>
                </a:tc>
              </a:tr>
              <a:tr h="358140">
                <a:tc>
                  <a:txBody>
                    <a:bodyPr/>
                    <a:p>
                      <a:pPr algn="ctr"/>
                      <a:r>
                        <a:rPr lang="en-US" altLang="zh-CN" sz="1200">
                          <a:cs typeface="+mn-ea"/>
                        </a:rPr>
                        <a:t>input_summary</a:t>
                      </a:r>
                      <a:endParaRPr lang="en-US" altLang="zh-CN" sz="1200">
                        <a:cs typeface="+mn-ea"/>
                      </a:endParaRPr>
                    </a:p>
                  </a:txBody>
                  <a:tcPr marL="0" marR="0" marT="0" marB="0" anchor="ctr" anchorCtr="0"/>
                </a:tc>
                <a:tc>
                  <a:txBody>
                    <a:bodyPr/>
                    <a:p>
                      <a:pPr algn="ctr"/>
                      <a:r>
                        <a:rPr lang="en-US" altLang="zh-CN" sz="1200">
                          <a:cs typeface="+mn-ea"/>
                        </a:rPr>
                        <a:t>TEXT</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输入摘要，用于列表展示</a:t>
                      </a:r>
                      <a:endParaRPr lang="en-US" altLang="zh-CN" sz="1200">
                        <a:cs typeface="+mn-ea"/>
                      </a:endParaRPr>
                    </a:p>
                  </a:txBody>
                  <a:tcPr marL="0" marR="0" marT="0" marB="0" anchor="ctr" anchorCtr="0"/>
                </a:tc>
              </a:tr>
              <a:tr h="365760">
                <a:tc>
                  <a:txBody>
                    <a:bodyPr/>
                    <a:p>
                      <a:pPr algn="ctr"/>
                      <a:r>
                        <a:rPr lang="en-US" altLang="zh-CN" sz="1200">
                          <a:cs typeface="+mn-ea"/>
                        </a:rPr>
                        <a:t>rendered_system_prompt</a:t>
                      </a:r>
                      <a:endParaRPr lang="en-US" altLang="zh-CN" sz="1200">
                        <a:cs typeface="+mn-ea"/>
                      </a:endParaRPr>
                    </a:p>
                  </a:txBody>
                  <a:tcPr marL="0" marR="0" marT="0" marB="0" anchor="ctr" anchorCtr="0"/>
                </a:tc>
                <a:tc>
                  <a:txBody>
                    <a:bodyPr/>
                    <a:p>
                      <a:pPr algn="ctr"/>
                      <a:r>
                        <a:rPr lang="en-US" altLang="zh-CN" sz="1200">
                          <a:cs typeface="+mn-ea"/>
                        </a:rPr>
                        <a:t>TEXT</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渲染后的系统提示词（包含变量替换后）</a:t>
                      </a:r>
                      <a:endParaRPr lang="en-US" altLang="zh-CN" sz="1200">
                        <a:cs typeface="+mn-ea"/>
                      </a:endParaRPr>
                    </a:p>
                  </a:txBody>
                  <a:tcPr marL="0" marR="0" marT="0" marB="0" anchor="ctr" anchorCtr="0"/>
                </a:tc>
              </a:tr>
              <a:tr h="365760">
                <a:tc>
                  <a:txBody>
                    <a:bodyPr/>
                    <a:p>
                      <a:pPr algn="ctr"/>
                      <a:r>
                        <a:rPr lang="en-US" altLang="zh-CN" sz="1200">
                          <a:cs typeface="+mn-ea"/>
                        </a:rPr>
                        <a:t>rendered_user_prompt</a:t>
                      </a:r>
                      <a:endParaRPr lang="en-US" altLang="zh-CN" sz="1200">
                        <a:cs typeface="+mn-ea"/>
                      </a:endParaRPr>
                    </a:p>
                  </a:txBody>
                  <a:tcPr marL="0" marR="0" marT="0" marB="0" anchor="ctr" anchorCtr="0"/>
                </a:tc>
                <a:tc>
                  <a:txBody>
                    <a:bodyPr/>
                    <a:p>
                      <a:pPr algn="ctr"/>
                      <a:r>
                        <a:rPr lang="en-US" altLang="zh-CN" sz="1200">
                          <a:cs typeface="+mn-ea"/>
                        </a:rPr>
                        <a:t>TEXT</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渲染后的用户提示词（包含变量替换后）</a:t>
                      </a:r>
                      <a:endParaRPr lang="en-US" altLang="zh-CN" sz="1200">
                        <a:cs typeface="+mn-ea"/>
                      </a:endParaRPr>
                    </a:p>
                  </a:txBody>
                  <a:tcPr marL="0" marR="0" marT="0" marB="0" anchor="ctr" anchorCtr="0"/>
                </a:tc>
              </a:tr>
              <a:tr h="358140">
                <a:tc>
                  <a:txBody>
                    <a:bodyPr/>
                    <a:p>
                      <a:pPr algn="ctr"/>
                      <a:r>
                        <a:rPr lang="en-US" altLang="zh-CN" sz="1200">
                          <a:cs typeface="+mn-ea"/>
                        </a:rPr>
                        <a:t>output_text</a:t>
                      </a:r>
                      <a:endParaRPr lang="en-US" altLang="zh-CN" sz="1200">
                        <a:cs typeface="+mn-ea"/>
                      </a:endParaRPr>
                    </a:p>
                  </a:txBody>
                  <a:tcPr marL="0" marR="0" marT="0" marB="0" anchor="ctr" anchorCtr="0"/>
                </a:tc>
                <a:tc>
                  <a:txBody>
                    <a:bodyPr/>
                    <a:p>
                      <a:pPr algn="ctr"/>
                      <a:r>
                        <a:rPr lang="en-US" altLang="zh-CN" sz="1200">
                          <a:cs typeface="+mn-ea"/>
                        </a:rPr>
                        <a:t>TEXT</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AI 输出的完整内容</a:t>
                      </a:r>
                      <a:endParaRPr lang="en-US" altLang="zh-CN" sz="1200">
                        <a:cs typeface="+mn-ea"/>
                      </a:endParaRPr>
                    </a:p>
                  </a:txBody>
                  <a:tcPr marL="0" marR="0" marT="0" marB="0" anchor="ctr" anchorCtr="0"/>
                </a:tc>
              </a:tr>
              <a:tr h="365760">
                <a:tc>
                  <a:txBody>
                    <a:bodyPr/>
                    <a:p>
                      <a:pPr algn="ctr"/>
                      <a:r>
                        <a:rPr lang="en-US" altLang="zh-CN" sz="1200">
                          <a:cs typeface="+mn-ea"/>
                        </a:rPr>
                        <a:t>suggestions</a:t>
                      </a:r>
                      <a:endParaRPr lang="en-US" altLang="zh-CN" sz="1200">
                        <a:cs typeface="+mn-ea"/>
                      </a:endParaRPr>
                    </a:p>
                  </a:txBody>
                  <a:tcPr marL="0" marR="0" marT="0" marB="0" anchor="ctr" anchorCtr="0"/>
                </a:tc>
                <a:tc>
                  <a:txBody>
                    <a:bodyPr/>
                    <a:p>
                      <a:pPr algn="ctr"/>
                      <a:r>
                        <a:rPr lang="en-US" altLang="zh-CN" sz="1200">
                          <a:cs typeface="+mn-ea"/>
                        </a:rPr>
                        <a:t>JSONB</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润色建议列表（仅 polish 类型有效）</a:t>
                      </a:r>
                      <a:endParaRPr lang="en-US" altLang="zh-CN" sz="1200">
                        <a:cs typeface="+mn-ea"/>
                      </a:endParaRPr>
                    </a:p>
                  </a:txBody>
                  <a:tcPr marL="0" marR="0" marT="0" marB="0" anchor="ctr" anchorCtr="0"/>
                </a:tc>
              </a:tr>
              <a:tr h="358140">
                <a:tc>
                  <a:txBody>
                    <a:bodyPr/>
                    <a:p>
                      <a:pPr algn="ctr"/>
                      <a:r>
                        <a:rPr lang="en-US" altLang="zh-CN" sz="1200">
                          <a:cs typeface="+mn-ea"/>
                        </a:rPr>
                        <a:t>variables</a:t>
                      </a:r>
                      <a:endParaRPr lang="en-US" altLang="zh-CN" sz="1200">
                        <a:cs typeface="+mn-ea"/>
                      </a:endParaRPr>
                    </a:p>
                  </a:txBody>
                  <a:tcPr marL="0" marR="0" marT="0" marB="0" anchor="ctr" anchorCtr="0"/>
                </a:tc>
                <a:tc>
                  <a:txBody>
                    <a:bodyPr/>
                    <a:p>
                      <a:pPr algn="ctr"/>
                      <a:r>
                        <a:rPr lang="en-US" altLang="zh-CN" sz="1200">
                          <a:cs typeface="+mn-ea"/>
                        </a:rPr>
                        <a:t>JSONB</a:t>
                      </a:r>
                      <a:endParaRPr lang="en-US" altLang="zh-CN" sz="1200">
                        <a:cs typeface="+mn-ea"/>
                      </a:endParaRPr>
                    </a:p>
                  </a:txBody>
                  <a:tcPr marL="0" marR="0" marT="0" marB="0" anchor="ctr" anchorCtr="0"/>
                </a:tc>
                <a:tc>
                  <a:txBody>
                    <a:bodyPr/>
                    <a:p>
                      <a:pPr algn="ctr"/>
                      <a:r>
                        <a:rPr lang="en-US" altLang="zh-CN" sz="1200">
                          <a:cs typeface="+mn-ea"/>
                        </a:rPr>
                        <a:t>NULL</a:t>
                      </a:r>
                      <a:endParaRPr lang="en-US" altLang="zh-CN" sz="1200">
                        <a:cs typeface="+mn-ea"/>
                      </a:endParaRPr>
                    </a:p>
                  </a:txBody>
                  <a:tcPr marL="0" marR="0" marT="0" marB="0" anchor="ctr" anchorCtr="0"/>
                </a:tc>
                <a:tc>
                  <a:txBody>
                    <a:bodyPr/>
                    <a:p>
                      <a:pPr algn="ctr"/>
                      <a:r>
                        <a:rPr lang="en-US" altLang="zh-CN" sz="1200">
                          <a:cs typeface="+mn-ea"/>
                        </a:rPr>
                        <a:t>测试时使用的变量值快照</a:t>
                      </a:r>
                      <a:endParaRPr lang="en-US" altLang="zh-CN" sz="1200">
                        <a:cs typeface="+mn-ea"/>
                      </a:endParaRPr>
                    </a:p>
                  </a:txBody>
                  <a:tcPr marL="0" marR="0" marT="0" marB="0" anchor="ctr" anchorCtr="0"/>
                </a:tc>
              </a:tr>
            </a:tbl>
          </a:graphicData>
        </a:graphic>
      </p:graphicFrame>
      <p:sp>
        <p:nvSpPr>
          <p:cNvPr id="6" name="文本框 5"/>
          <p:cNvSpPr txBox="1"/>
          <p:nvPr/>
        </p:nvSpPr>
        <p:spPr>
          <a:xfrm>
            <a:off x="407670" y="1124585"/>
            <a:ext cx="5523230" cy="4038600"/>
          </a:xfrm>
          <a:prstGeom prst="rect">
            <a:avLst/>
          </a:prstGeom>
        </p:spPr>
        <p:txBody>
          <a:bodyPr>
            <a:noAutofit/>
          </a:bodyPr>
          <a:p>
            <a:pPr>
              <a:spcAft>
                <a:spcPct val="60000"/>
              </a:spcAft>
            </a:pPr>
            <a:r>
              <a:rPr lang="zh-CN" altLang="en-US" sz="2300" b="1"/>
              <a:t>核心作用</a:t>
            </a:r>
            <a:endParaRPr lang="zh-CN" altLang="en-US" sz="2300" b="1"/>
          </a:p>
          <a:p>
            <a:pPr>
              <a:buAutoNum type="arabicPeriod"/>
            </a:pPr>
            <a:r>
              <a:rPr lang="zh-CN" altLang="en-US" sz="1600"/>
              <a:t>记录所有 </a:t>
            </a:r>
            <a:r>
              <a:rPr lang="en-US" altLang="zh-CN" sz="1600"/>
              <a:t>AI </a:t>
            </a:r>
            <a:r>
              <a:rPr lang="zh-CN" altLang="en-US" sz="1600"/>
              <a:t>调用</a:t>
            </a:r>
            <a:endParaRPr lang="zh-CN" altLang="en-US" sz="1600"/>
          </a:p>
          <a:p>
            <a:pPr lvl="1">
              <a:buFont typeface="Arial" panose="020B0604020202020204"/>
              <a:buChar char="◦"/>
            </a:pPr>
            <a:r>
              <a:rPr lang="zh-CN" altLang="en-US" sz="1600"/>
              <a:t> 涵盖用户调用、游客调用（系统默认 </a:t>
            </a:r>
            <a:r>
              <a:rPr lang="en-US" altLang="zh-CN" sz="1600"/>
              <a:t>Key</a:t>
            </a:r>
            <a:r>
              <a:rPr lang="zh-CN" altLang="en-US" sz="1600"/>
              <a:t>）、</a:t>
            </a:r>
            <a:r>
              <a:rPr lang="en-US" altLang="zh-CN" sz="1600"/>
              <a:t>Prompt </a:t>
            </a:r>
            <a:r>
              <a:rPr lang="zh-CN" altLang="en-US" sz="1600"/>
              <a:t>测试或润色操作。 </a:t>
            </a:r>
            <a:endParaRPr lang="zh-CN" altLang="en-US" sz="1600"/>
          </a:p>
          <a:p>
            <a:pPr lvl="1">
              <a:buFont typeface="Arial" panose="020B0604020202020204"/>
              <a:buChar char="◦"/>
            </a:pPr>
            <a:r>
              <a:rPr lang="zh-CN" altLang="en-US" sz="1600"/>
              <a:t> 每次调用都会生成一条日志，确保可追踪。 </a:t>
            </a:r>
            <a:endParaRPr lang="zh-CN" altLang="en-US" sz="1600"/>
          </a:p>
          <a:p>
            <a:pPr lvl="1">
              <a:buFont typeface="Arial" panose="020B0604020202020204"/>
              <a:buChar char="◦"/>
            </a:pPr>
            <a:endParaRPr lang="zh-CN" altLang="en-US" sz="1600"/>
          </a:p>
          <a:p>
            <a:pPr lvl="1">
              <a:buFont typeface="Arial" panose="020B0604020202020204"/>
              <a:buChar char="◦"/>
            </a:pPr>
            <a:endParaRPr lang="zh-CN" altLang="en-US" sz="1600"/>
          </a:p>
          <a:p>
            <a:pPr>
              <a:buAutoNum type="arabicPeriod"/>
            </a:pPr>
            <a:r>
              <a:rPr lang="zh-CN" altLang="en-US" sz="1600"/>
              <a:t>支持业务功能</a:t>
            </a:r>
            <a:endParaRPr lang="zh-CN" altLang="en-US" sz="1600"/>
          </a:p>
          <a:p>
            <a:pPr lvl="1">
              <a:buFont typeface="Arial" panose="020B0604020202020204"/>
              <a:buChar char="◦"/>
            </a:pPr>
            <a:r>
              <a:rPr lang="zh-CN" altLang="en-US" sz="1600"/>
              <a:t> 记录调用的 </a:t>
            </a:r>
            <a:r>
              <a:rPr lang="en-US" altLang="zh-CN" sz="1600"/>
              <a:t>Prompt / </a:t>
            </a:r>
            <a:r>
              <a:rPr lang="zh-CN" altLang="en-US" sz="1600"/>
              <a:t>变量 </a:t>
            </a:r>
            <a:r>
              <a:rPr lang="en-US" altLang="zh-CN" sz="1600"/>
              <a:t>/</a:t>
            </a:r>
            <a:r>
              <a:rPr lang="zh-CN" altLang="en-US" sz="1600"/>
              <a:t>社区 </a:t>
            </a:r>
            <a:r>
              <a:rPr lang="en-US" altLang="zh-CN" sz="1600"/>
              <a:t>Prompt</a:t>
            </a:r>
            <a:r>
              <a:rPr lang="zh-CN" altLang="en-US" sz="1600"/>
              <a:t>，便于回溯生成结果。 </a:t>
            </a:r>
            <a:endParaRPr lang="zh-CN" altLang="en-US" sz="1600"/>
          </a:p>
          <a:p>
            <a:pPr lvl="1">
              <a:buFont typeface="Arial" panose="020B0604020202020204"/>
              <a:buChar char="◦"/>
            </a:pPr>
            <a:r>
              <a:rPr lang="zh-CN" altLang="en-US" sz="1600"/>
              <a:t> 存储 </a:t>
            </a:r>
            <a:r>
              <a:rPr lang="en-US" altLang="zh-CN" sz="1600"/>
              <a:t>AI </a:t>
            </a:r>
            <a:r>
              <a:rPr lang="zh-CN" altLang="en-US" sz="1600"/>
              <a:t>模型</a:t>
            </a:r>
            <a:r>
              <a:rPr lang="zh-CN" altLang="en-US" sz="1600"/>
              <a:t>的调用类型（润色 </a:t>
            </a:r>
            <a:r>
              <a:rPr lang="en-US" altLang="zh-CN" sz="1600"/>
              <a:t>/ </a:t>
            </a:r>
            <a:r>
              <a:rPr lang="zh-CN" altLang="en-US" sz="1600"/>
              <a:t>测试）、输入和输出 </a:t>
            </a:r>
            <a:endParaRPr lang="zh-CN" altLang="en-US" sz="1600"/>
          </a:p>
          <a:p>
            <a:pPr lvl="1">
              <a:buFont typeface="Arial" panose="020B0604020202020204"/>
              <a:buChar char="◦"/>
            </a:pPr>
            <a:r>
              <a:rPr lang="zh-CN" altLang="en-US" sz="1600"/>
              <a:t> 为用户提供历史生成记录和可复用输出。 </a:t>
            </a:r>
            <a:endParaRPr lang="zh-CN" altLang="en-US" sz="1600"/>
          </a:p>
        </p:txBody>
      </p:sp>
      <p:sp>
        <p:nvSpPr>
          <p:cNvPr id="7" name="圆角矩形 6"/>
          <p:cNvSpPr/>
          <p:nvPr/>
        </p:nvSpPr>
        <p:spPr>
          <a:xfrm>
            <a:off x="407670" y="1628775"/>
            <a:ext cx="5472430" cy="1296035"/>
          </a:xfrm>
          <a:prstGeom prst="roundRect">
            <a:avLst>
              <a:gd name="adj" fmla="val 9897"/>
            </a:avLst>
          </a:prstGeom>
          <a:noFill/>
          <a:ln w="15875">
            <a:solidFill>
              <a:srgbClr val="2F5597"/>
            </a:solidFill>
            <a:prstDash val="dashDot"/>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圆角矩形 7"/>
          <p:cNvSpPr/>
          <p:nvPr/>
        </p:nvSpPr>
        <p:spPr>
          <a:xfrm>
            <a:off x="407035" y="3140710"/>
            <a:ext cx="5473700" cy="1416685"/>
          </a:xfrm>
          <a:prstGeom prst="roundRect">
            <a:avLst>
              <a:gd name="adj" fmla="val 11205"/>
            </a:avLst>
          </a:prstGeom>
          <a:noFill/>
          <a:ln w="15875">
            <a:solidFill>
              <a:srgbClr val="2F5597"/>
            </a:solidFill>
            <a:prstDash val="dashDot"/>
          </a:ln>
          <a:extLst>
            <a:ext uri="{909E8E84-426E-40DD-AFC4-6F175D3DCCD1}">
              <a14:hiddenFill xmlns:a14="http://schemas.microsoft.com/office/drawing/2010/main">
                <a:solidFill>
                  <a:schemeClr val="accent2"/>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 y="0"/>
            <a:ext cx="5845214" cy="6858000"/>
          </a:xfrm>
          <a:prstGeom prst="rect">
            <a:avLst/>
          </a:prstGeom>
          <a:solidFill>
            <a:srgbClr val="005BAC"/>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grpSp>
        <p:nvGrpSpPr>
          <p:cNvPr id="3" name="组合 2"/>
          <p:cNvGrpSpPr/>
          <p:nvPr/>
        </p:nvGrpSpPr>
        <p:grpSpPr>
          <a:xfrm>
            <a:off x="1537354" y="2658963"/>
            <a:ext cx="3458058" cy="922020"/>
            <a:chOff x="872775" y="2487402"/>
            <a:chExt cx="3458058" cy="922020"/>
          </a:xfrm>
        </p:grpSpPr>
        <p:sp>
          <p:nvSpPr>
            <p:cNvPr id="4" name="文本框 3"/>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a:ln>
                    <a:noFill/>
                  </a:ln>
                  <a:solidFill>
                    <a:srgbClr val="FFFFFF"/>
                  </a:solidFill>
                  <a:latin typeface="Arial" panose="020B0604020202020204"/>
                  <a:ea typeface="宋体" panose="02010600030101010101" pitchFamily="2" charset="-122"/>
                </a:rPr>
                <a:t>PART 03</a:t>
              </a:r>
              <a:endParaRPr lang="en-US" sz="5400" i="0" u="none" strike="noStrike" kern="1200" spc="100" baseline="0">
                <a:ln>
                  <a:noFill/>
                </a:ln>
                <a:solidFill>
                  <a:srgbClr val="FFFFFF"/>
                </a:solidFill>
                <a:latin typeface="Arial" panose="020B0604020202020204"/>
                <a:ea typeface="宋体" panose="02010600030101010101" pitchFamily="2" charset="-122"/>
              </a:endParaRPr>
            </a:p>
          </p:txBody>
        </p:sp>
        <p:sp>
          <p:nvSpPr>
            <p:cNvPr id="7" name="等腰三角形 6"/>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a:ea typeface="宋体" panose="02010600030101010101" pitchFamily="2" charset="-122"/>
              </a:endParaRPr>
            </a:p>
          </p:txBody>
        </p:sp>
      </p:grpSp>
      <p:pic>
        <p:nvPicPr>
          <p:cNvPr id="6" name="图片 5"/>
          <p:cNvPicPr>
            <a:picLocks noChangeAspect="1"/>
          </p:cNvPicPr>
          <p:nvPr/>
        </p:nvPicPr>
        <p:blipFill>
          <a:blip r:embed="rId2"/>
          <a:stretch>
            <a:fillRect/>
          </a:stretch>
        </p:blipFill>
        <p:spPr>
          <a:xfrm>
            <a:off x="9174321" y="367549"/>
            <a:ext cx="2752207" cy="633983"/>
          </a:xfrm>
          <a:prstGeom prst="rect">
            <a:avLst/>
          </a:prstGeom>
        </p:spPr>
      </p:pic>
      <p:sp>
        <p:nvSpPr>
          <p:cNvPr id="10" name="文本框 9"/>
          <p:cNvSpPr txBox="1"/>
          <p:nvPr/>
        </p:nvSpPr>
        <p:spPr>
          <a:xfrm>
            <a:off x="6774180" y="2708910"/>
            <a:ext cx="4326890" cy="829945"/>
          </a:xfrm>
          <a:prstGeom prst="rect">
            <a:avLst/>
          </a:prstGeom>
          <a:noFill/>
        </p:spPr>
        <p:txBody>
          <a:bodyPr wrap="square">
            <a:spAutoFit/>
          </a:bodyPr>
          <a:lstStyle/>
          <a:p>
            <a:pPr marL="0" lvl="0" algn="dist" defTabSz="914400">
              <a:lnSpc>
                <a:spcPct val="100000"/>
              </a:lnSpc>
              <a:spcBef>
                <a:spcPts val="0"/>
              </a:spcBef>
              <a:spcAft>
                <a:spcPts val="0"/>
              </a:spcAft>
              <a:buClrTx/>
              <a:buSzTx/>
              <a:buFontTx/>
              <a:buNone/>
            </a:pPr>
            <a:r>
              <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rPr>
              <a:t>接口设计</a:t>
            </a:r>
            <a:endPar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3.1 </a:t>
            </a:r>
            <a:r>
              <a:rPr lang="zh-CN" altLang="en-US" dirty="0">
                <a:latin typeface="黑体" panose="02010609060101010101" charset="-122"/>
                <a:ea typeface="黑体" panose="02010609060101010101" charset="-122"/>
              </a:rPr>
              <a:t>总体接口</a:t>
            </a:r>
            <a:r>
              <a:rPr dirty="0">
                <a:latin typeface="黑体" panose="02010609060101010101" charset="-122"/>
                <a:ea typeface="黑体" panose="02010609060101010101" charset="-122"/>
              </a:rPr>
              <a:t>设计</a:t>
            </a:r>
            <a:endParaRPr dirty="0">
              <a:latin typeface="黑体" panose="02010609060101010101" charset="-122"/>
              <a:ea typeface="黑体" panose="02010609060101010101" charset="-122"/>
            </a:endParaRPr>
          </a:p>
        </p:txBody>
      </p:sp>
      <p:sp>
        <p:nvSpPr>
          <p:cNvPr id="5" name="文本框 4"/>
          <p:cNvSpPr txBox="1"/>
          <p:nvPr/>
        </p:nvSpPr>
        <p:spPr>
          <a:xfrm>
            <a:off x="1001485" y="1082351"/>
            <a:ext cx="10189029" cy="677108"/>
          </a:xfrm>
          <a:prstGeom prst="rect">
            <a:avLst/>
          </a:prstGeom>
          <a:noFill/>
        </p:spPr>
        <p:txBody>
          <a:bodyPr wrap="square" rtlCol="0">
            <a:spAutoFit/>
          </a:bodyPr>
          <a:lstStyle/>
          <a:p>
            <a:r>
              <a:rPr lang="zh-CN" altLang="en-US" sz="1800" b="1" dirty="0">
                <a:latin typeface="Arial" panose="020B0604020202020204"/>
                <a:ea typeface="Arial" panose="020B0604020202020204"/>
                <a:cs typeface="Arial" panose="020B0604020202020204"/>
              </a:rPr>
              <a:t>围绕 </a:t>
            </a:r>
            <a:r>
              <a:rPr lang="en-US" altLang="zh-CN" sz="2000" b="1" dirty="0" err="1">
                <a:latin typeface="Arial" panose="020B0604020202020204"/>
                <a:ea typeface="Arial" panose="020B0604020202020204"/>
                <a:cs typeface="Arial" panose="020B0604020202020204"/>
              </a:rPr>
              <a:t>PromptCafe</a:t>
            </a:r>
            <a:r>
              <a:rPr lang="zh-CN" altLang="en-US" sz="1800" b="1" dirty="0">
                <a:latin typeface="Arial" panose="020B0604020202020204"/>
                <a:ea typeface="Arial" panose="020B0604020202020204"/>
                <a:cs typeface="Arial" panose="020B0604020202020204"/>
              </a:rPr>
              <a:t> 的</a:t>
            </a:r>
            <a:r>
              <a:rPr lang="zh-CN" altLang="en-US" b="1" dirty="0">
                <a:latin typeface="Arial" panose="020B0604020202020204"/>
                <a:ea typeface="Arial" panose="020B0604020202020204"/>
                <a:cs typeface="Arial" panose="020B0604020202020204"/>
              </a:rPr>
              <a:t>六</a:t>
            </a:r>
            <a:r>
              <a:rPr lang="zh-CN" altLang="en-US" sz="1800" b="1" dirty="0">
                <a:latin typeface="Arial" panose="020B0604020202020204"/>
                <a:ea typeface="Arial" panose="020B0604020202020204"/>
                <a:cs typeface="Arial" panose="020B0604020202020204"/>
              </a:rPr>
              <a:t>个核心模块，接口设计统一采用 </a:t>
            </a:r>
            <a:r>
              <a:rPr lang="en-US" altLang="zh-CN" sz="1800" b="1" dirty="0">
                <a:latin typeface="Arial" panose="020B0604020202020204"/>
                <a:ea typeface="Arial" panose="020B0604020202020204"/>
                <a:cs typeface="Arial" panose="020B0604020202020204"/>
              </a:rPr>
              <a:t>REST </a:t>
            </a:r>
            <a:r>
              <a:rPr lang="zh-CN" altLang="en-US" sz="1800" b="1" dirty="0">
                <a:latin typeface="Arial" panose="020B0604020202020204"/>
                <a:ea typeface="Arial" panose="020B0604020202020204"/>
                <a:cs typeface="Arial" panose="020B0604020202020204"/>
              </a:rPr>
              <a:t>风格、</a:t>
            </a:r>
            <a:r>
              <a:rPr lang="en-US" altLang="zh-CN" sz="1800" b="1" dirty="0">
                <a:latin typeface="Arial" panose="020B0604020202020204"/>
                <a:ea typeface="Arial" panose="020B0604020202020204"/>
                <a:cs typeface="Arial" panose="020B0604020202020204"/>
              </a:rPr>
              <a:t>JWT</a:t>
            </a:r>
            <a:r>
              <a:rPr lang="zh-CN" altLang="en-US" sz="1800" b="1" dirty="0">
                <a:latin typeface="Arial" panose="020B0604020202020204"/>
                <a:ea typeface="Arial" panose="020B0604020202020204"/>
                <a:cs typeface="Arial" panose="020B0604020202020204"/>
              </a:rPr>
              <a:t> 鉴权和 </a:t>
            </a:r>
            <a:r>
              <a:rPr lang="en-US" altLang="zh-CN" sz="1800" b="1" dirty="0">
                <a:latin typeface="Arial" panose="020B0604020202020204"/>
                <a:ea typeface="Arial" panose="020B0604020202020204"/>
                <a:cs typeface="Arial" panose="020B0604020202020204"/>
              </a:rPr>
              <a:t>JSON </a:t>
            </a:r>
            <a:r>
              <a:rPr lang="zh-CN" altLang="en-US" sz="1800" b="1" dirty="0">
                <a:latin typeface="Arial" panose="020B0604020202020204"/>
                <a:ea typeface="Arial" panose="020B0604020202020204"/>
                <a:cs typeface="Arial" panose="020B0604020202020204"/>
              </a:rPr>
              <a:t>响应封装。</a:t>
            </a:r>
            <a:endParaRPr lang="zh-CN" altLang="en-US" sz="1800" b="1" dirty="0">
              <a:latin typeface="Arial" panose="020B0604020202020204"/>
              <a:ea typeface="Arial" panose="020B0604020202020204"/>
              <a:cs typeface="Arial" panose="020B0604020202020204"/>
            </a:endParaRPr>
          </a:p>
          <a:p>
            <a:endParaRPr lang="zh-CN" altLang="en-US" dirty="0"/>
          </a:p>
        </p:txBody>
      </p:sp>
      <p:sp>
        <p:nvSpPr>
          <p:cNvPr id="8" name="文本框 7"/>
          <p:cNvSpPr txBox="1"/>
          <p:nvPr/>
        </p:nvSpPr>
        <p:spPr>
          <a:xfrm>
            <a:off x="442913" y="1660849"/>
            <a:ext cx="2552214" cy="369332"/>
          </a:xfrm>
          <a:prstGeom prst="rect">
            <a:avLst/>
          </a:prstGeom>
          <a:noFill/>
        </p:spPr>
        <p:txBody>
          <a:bodyPr wrap="square" rtlCol="0">
            <a:spAutoFit/>
          </a:bodyPr>
          <a:lstStyle/>
          <a:p>
            <a:r>
              <a:rPr lang="zh-CN" altLang="en-US" sz="1800" b="1" dirty="0">
                <a:solidFill>
                  <a:srgbClr val="005BAC"/>
                </a:solidFill>
                <a:latin typeface="Arial" panose="020B0604020202020204"/>
                <a:ea typeface="Arial" panose="020B0604020202020204"/>
                <a:cs typeface="Arial" panose="020B0604020202020204"/>
              </a:rPr>
              <a:t>统一设计原则：</a:t>
            </a:r>
            <a:endParaRPr lang="zh-CN" altLang="en-US" sz="1800" b="1" dirty="0">
              <a:solidFill>
                <a:srgbClr val="005BAC"/>
              </a:solidFill>
              <a:latin typeface="Arial" panose="020B0604020202020204"/>
              <a:ea typeface="Arial" panose="020B0604020202020204"/>
              <a:cs typeface="Arial" panose="020B0604020202020204"/>
            </a:endParaRPr>
          </a:p>
        </p:txBody>
      </p:sp>
      <p:sp>
        <p:nvSpPr>
          <p:cNvPr id="10" name="文本框 9"/>
          <p:cNvSpPr txBox="1"/>
          <p:nvPr/>
        </p:nvSpPr>
        <p:spPr>
          <a:xfrm>
            <a:off x="774441" y="2099388"/>
            <a:ext cx="6802016" cy="2031325"/>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solidFill>
                  <a:srgbClr val="273444"/>
                </a:solidFill>
                <a:latin typeface="Arial" panose="020B0604020202020204"/>
                <a:ea typeface="Arial" panose="020B0604020202020204"/>
                <a:cs typeface="Arial" panose="020B0604020202020204"/>
              </a:rPr>
              <a:t>接口统一挂载在 </a:t>
            </a:r>
            <a:r>
              <a:rPr lang="en-US" altLang="zh-CN" dirty="0">
                <a:solidFill>
                  <a:srgbClr val="273444"/>
                </a:solidFill>
                <a:latin typeface="Arial" panose="020B0604020202020204"/>
                <a:ea typeface="Arial" panose="020B0604020202020204"/>
                <a:cs typeface="Arial" panose="020B0604020202020204"/>
              </a:rPr>
              <a:t>/</a:t>
            </a:r>
            <a:r>
              <a:rPr lang="en-US" altLang="zh-CN" dirty="0" err="1">
                <a:solidFill>
                  <a:srgbClr val="273444"/>
                </a:solidFill>
                <a:latin typeface="Arial" panose="020B0604020202020204"/>
                <a:ea typeface="Arial" panose="020B0604020202020204"/>
                <a:cs typeface="Arial" panose="020B0604020202020204"/>
              </a:rPr>
              <a:t>api</a:t>
            </a:r>
            <a:r>
              <a:rPr lang="zh-CN" altLang="en-US" dirty="0">
                <a:solidFill>
                  <a:srgbClr val="273444"/>
                </a:solidFill>
                <a:latin typeface="Arial" panose="020B0604020202020204"/>
                <a:ea typeface="Arial" panose="020B0604020202020204"/>
                <a:cs typeface="Arial" panose="020B0604020202020204"/>
              </a:rPr>
              <a:t> 下，便于前后端协作与后续网关管理。</a:t>
            </a:r>
            <a:endParaRPr lang="en-US" altLang="zh-CN" dirty="0">
              <a:solidFill>
                <a:srgbClr val="273444"/>
              </a:solidFill>
              <a:latin typeface="Arial" panose="020B0604020202020204"/>
              <a:ea typeface="Arial" panose="020B0604020202020204"/>
              <a:cs typeface="Arial" panose="020B0604020202020204"/>
            </a:endParaRPr>
          </a:p>
          <a:p>
            <a:pPr marL="285750" indent="-285750">
              <a:buFont typeface="Arial" panose="020B0604020202020204" pitchFamily="34" charset="0"/>
              <a:buChar char="•"/>
            </a:pPr>
            <a:r>
              <a:rPr lang="zh-CN" altLang="en-US" sz="1800" dirty="0">
                <a:solidFill>
                  <a:srgbClr val="273444"/>
                </a:solidFill>
                <a:latin typeface="Arial" panose="020B0604020202020204"/>
                <a:ea typeface="Arial" panose="020B0604020202020204"/>
                <a:cs typeface="Arial" panose="020B0604020202020204"/>
              </a:rPr>
              <a:t>成功响应采用 </a:t>
            </a:r>
            <a:r>
              <a:rPr lang="en-US" altLang="zh-CN" sz="1800" dirty="0">
                <a:solidFill>
                  <a:srgbClr val="273444"/>
                </a:solidFill>
                <a:latin typeface="Arial" panose="020B0604020202020204"/>
                <a:ea typeface="Arial" panose="020B0604020202020204"/>
                <a:cs typeface="Arial" panose="020B0604020202020204"/>
              </a:rPr>
              <a:t>data </a:t>
            </a:r>
            <a:r>
              <a:rPr lang="zh-CN" altLang="en-US" sz="1800" dirty="0">
                <a:solidFill>
                  <a:srgbClr val="273444"/>
                </a:solidFill>
                <a:latin typeface="Arial" panose="020B0604020202020204"/>
                <a:ea typeface="Arial" panose="020B0604020202020204"/>
                <a:cs typeface="Arial" panose="020B0604020202020204"/>
              </a:rPr>
              <a:t>封装，失败响应采用 </a:t>
            </a:r>
            <a:r>
              <a:rPr lang="en-US" altLang="zh-CN" sz="1800" dirty="0" err="1">
                <a:solidFill>
                  <a:srgbClr val="273444"/>
                </a:solidFill>
                <a:latin typeface="Arial" panose="020B0604020202020204"/>
                <a:ea typeface="Arial" panose="020B0604020202020204"/>
                <a:cs typeface="Arial" panose="020B0604020202020204"/>
              </a:rPr>
              <a:t>error.code</a:t>
            </a:r>
            <a:r>
              <a:rPr lang="en-US" altLang="zh-CN" sz="1800" dirty="0">
                <a:solidFill>
                  <a:srgbClr val="273444"/>
                </a:solidFill>
                <a:latin typeface="Arial" panose="020B0604020202020204"/>
                <a:ea typeface="Arial" panose="020B0604020202020204"/>
                <a:cs typeface="Arial" panose="020B0604020202020204"/>
              </a:rPr>
              <a:t> / </a:t>
            </a:r>
            <a:r>
              <a:rPr lang="en-US" altLang="zh-CN" sz="1800" dirty="0" err="1">
                <a:solidFill>
                  <a:srgbClr val="273444"/>
                </a:solidFill>
                <a:latin typeface="Arial" panose="020B0604020202020204"/>
                <a:ea typeface="Arial" panose="020B0604020202020204"/>
                <a:cs typeface="Arial" panose="020B0604020202020204"/>
              </a:rPr>
              <a:t>error.message</a:t>
            </a:r>
            <a:r>
              <a:rPr lang="en-US" altLang="zh-CN" sz="1800" dirty="0">
                <a:solidFill>
                  <a:srgbClr val="273444"/>
                </a:solidFill>
                <a:latin typeface="Arial" panose="020B0604020202020204"/>
                <a:ea typeface="Arial" panose="020B0604020202020204"/>
                <a:cs typeface="Arial" panose="020B0604020202020204"/>
              </a:rPr>
              <a:t> </a:t>
            </a:r>
            <a:r>
              <a:rPr lang="zh-CN" altLang="en-US" sz="1800" dirty="0">
                <a:solidFill>
                  <a:srgbClr val="273444"/>
                </a:solidFill>
                <a:latin typeface="Arial" panose="020B0604020202020204"/>
                <a:ea typeface="Arial" panose="020B0604020202020204"/>
                <a:cs typeface="Arial" panose="020B0604020202020204"/>
              </a:rPr>
              <a:t>结构。</a:t>
            </a:r>
            <a:endParaRPr lang="en-US" altLang="zh-CN" sz="1800" dirty="0">
              <a:solidFill>
                <a:srgbClr val="273444"/>
              </a:solidFill>
              <a:latin typeface="Arial" panose="020B0604020202020204"/>
              <a:ea typeface="Arial" panose="020B0604020202020204"/>
              <a:cs typeface="Arial" panose="020B0604020202020204"/>
            </a:endParaRPr>
          </a:p>
          <a:p>
            <a:pPr marL="285750" indent="-285750">
              <a:buFont typeface="Arial" panose="020B0604020202020204" pitchFamily="34" charset="0"/>
              <a:buChar char="•"/>
            </a:pPr>
            <a:r>
              <a:rPr lang="zh-CN" altLang="en-US" sz="1800" dirty="0">
                <a:solidFill>
                  <a:srgbClr val="273444"/>
                </a:solidFill>
                <a:latin typeface="Arial" panose="020B0604020202020204"/>
                <a:ea typeface="Arial" panose="020B0604020202020204"/>
                <a:cs typeface="Arial" panose="020B0604020202020204"/>
              </a:rPr>
              <a:t>需要登录的接口统一携带 </a:t>
            </a:r>
            <a:r>
              <a:rPr lang="en-US" altLang="zh-CN" sz="1800" dirty="0">
                <a:solidFill>
                  <a:srgbClr val="273444"/>
                </a:solidFill>
                <a:latin typeface="Arial" panose="020B0604020202020204"/>
                <a:ea typeface="Arial" panose="020B0604020202020204"/>
                <a:cs typeface="Arial" panose="020B0604020202020204"/>
              </a:rPr>
              <a:t>Authorization: Bearer Token</a:t>
            </a:r>
            <a:r>
              <a:rPr lang="zh-CN" altLang="en-US" sz="1800" dirty="0">
                <a:solidFill>
                  <a:srgbClr val="273444"/>
                </a:solidFill>
                <a:latin typeface="Arial" panose="020B0604020202020204"/>
                <a:ea typeface="Arial" panose="020B0604020202020204"/>
                <a:cs typeface="Arial" panose="020B0604020202020204"/>
              </a:rPr>
              <a:t>，管理员接口额外校验角色。</a:t>
            </a:r>
            <a:endParaRPr lang="zh-CN" altLang="en-US" sz="1800" dirty="0">
              <a:solidFill>
                <a:srgbClr val="273444"/>
              </a:solidFill>
              <a:latin typeface="Arial" panose="020B0604020202020204"/>
              <a:ea typeface="Arial" panose="020B0604020202020204"/>
              <a:cs typeface="Arial" panose="020B0604020202020204"/>
            </a:endParaRPr>
          </a:p>
          <a:p>
            <a:pPr marL="285750" indent="-285750">
              <a:buFont typeface="Arial" panose="020B0604020202020204" pitchFamily="34" charset="0"/>
              <a:buChar char="•"/>
            </a:pPr>
            <a:r>
              <a:rPr lang="zh-CN" altLang="en-US" sz="1800" dirty="0">
                <a:solidFill>
                  <a:srgbClr val="273444"/>
                </a:solidFill>
                <a:latin typeface="Arial" panose="020B0604020202020204"/>
                <a:ea typeface="Arial" panose="020B0604020202020204"/>
                <a:cs typeface="Arial" panose="020B0604020202020204"/>
              </a:rPr>
              <a:t>列表接口与详情接口分离，避免一次性返回过多 </a:t>
            </a:r>
            <a:r>
              <a:rPr lang="en-US" altLang="zh-CN" sz="1800" dirty="0">
                <a:solidFill>
                  <a:srgbClr val="273444"/>
                </a:solidFill>
                <a:latin typeface="Arial" panose="020B0604020202020204"/>
                <a:ea typeface="Arial" panose="020B0604020202020204"/>
                <a:cs typeface="Arial" panose="020B0604020202020204"/>
              </a:rPr>
              <a:t>Prompt </a:t>
            </a:r>
            <a:r>
              <a:rPr lang="zh-CN" altLang="en-US" sz="1800" dirty="0">
                <a:solidFill>
                  <a:srgbClr val="273444"/>
                </a:solidFill>
                <a:latin typeface="Arial" panose="020B0604020202020204"/>
                <a:ea typeface="Arial" panose="020B0604020202020204"/>
                <a:cs typeface="Arial" panose="020B0604020202020204"/>
              </a:rPr>
              <a:t>正文或敏感数据。</a:t>
            </a:r>
            <a:endParaRPr lang="zh-CN" altLang="en-US" sz="1800" dirty="0">
              <a:solidFill>
                <a:srgbClr val="273444"/>
              </a:solidFill>
              <a:latin typeface="Arial" panose="020B0604020202020204"/>
              <a:ea typeface="Arial" panose="020B0604020202020204"/>
              <a:cs typeface="Arial" panose="020B0604020202020204"/>
            </a:endParaRPr>
          </a:p>
        </p:txBody>
      </p:sp>
      <p:sp>
        <p:nvSpPr>
          <p:cNvPr id="11" name="文本框 10"/>
          <p:cNvSpPr txBox="1"/>
          <p:nvPr/>
        </p:nvSpPr>
        <p:spPr>
          <a:xfrm>
            <a:off x="442913" y="4458488"/>
            <a:ext cx="1301911" cy="369332"/>
          </a:xfrm>
          <a:prstGeom prst="rect">
            <a:avLst/>
          </a:prstGeom>
          <a:noFill/>
        </p:spPr>
        <p:txBody>
          <a:bodyPr wrap="square" rtlCol="0">
            <a:spAutoFit/>
          </a:bodyPr>
          <a:lstStyle/>
          <a:p>
            <a:r>
              <a:rPr lang="zh-CN" altLang="en-US" sz="1800" b="1" dirty="0">
                <a:solidFill>
                  <a:srgbClr val="005BAC"/>
                </a:solidFill>
                <a:latin typeface="Arial" panose="020B0604020202020204"/>
                <a:ea typeface="Arial" panose="020B0604020202020204"/>
                <a:cs typeface="Arial" panose="020B0604020202020204"/>
              </a:rPr>
              <a:t>设计重点：</a:t>
            </a:r>
            <a:endParaRPr lang="zh-CN" altLang="en-US" sz="1800" b="1" dirty="0">
              <a:solidFill>
                <a:srgbClr val="005BAC"/>
              </a:solidFill>
              <a:latin typeface="Arial" panose="020B0604020202020204"/>
              <a:ea typeface="Arial" panose="020B0604020202020204"/>
              <a:cs typeface="Arial" panose="020B0604020202020204"/>
            </a:endParaRPr>
          </a:p>
        </p:txBody>
      </p:sp>
      <p:sp>
        <p:nvSpPr>
          <p:cNvPr id="14" name="文本框 13"/>
          <p:cNvSpPr txBox="1"/>
          <p:nvPr/>
        </p:nvSpPr>
        <p:spPr>
          <a:xfrm>
            <a:off x="774441" y="4929674"/>
            <a:ext cx="6802016" cy="2031325"/>
          </a:xfrm>
          <a:prstGeom prst="rect">
            <a:avLst/>
          </a:prstGeom>
          <a:noFill/>
        </p:spPr>
        <p:txBody>
          <a:bodyPr wrap="square" rtlCol="0">
            <a:spAutoFit/>
          </a:bodyPr>
          <a:lstStyle/>
          <a:p>
            <a:pPr marL="285750" indent="-285750">
              <a:buFont typeface="Arial" panose="020B0604020202020204" pitchFamily="34" charset="0"/>
              <a:buChar char="•"/>
            </a:pPr>
            <a:r>
              <a:rPr lang="zh-CN" altLang="en-US" sz="1800" dirty="0">
                <a:solidFill>
                  <a:srgbClr val="273444"/>
                </a:solidFill>
                <a:latin typeface="Arial" panose="020B0604020202020204"/>
                <a:ea typeface="Arial" panose="020B0604020202020204"/>
                <a:cs typeface="Arial" panose="020B0604020202020204"/>
              </a:rPr>
              <a:t>角色划分清晰：普通用户面向创作与分享，管理员面向审核与治理。</a:t>
            </a:r>
            <a:endParaRPr lang="zh-CN" altLang="en-US" sz="1800" dirty="0">
              <a:solidFill>
                <a:srgbClr val="273444"/>
              </a:solidFill>
              <a:latin typeface="Arial" panose="020B0604020202020204"/>
              <a:ea typeface="Arial" panose="020B0604020202020204"/>
              <a:cs typeface="Arial" panose="020B0604020202020204"/>
            </a:endParaRPr>
          </a:p>
          <a:p>
            <a:pPr marL="285750" indent="-285750">
              <a:buFont typeface="Arial" panose="020B0604020202020204" pitchFamily="34" charset="0"/>
              <a:buChar char="•"/>
            </a:pPr>
            <a:r>
              <a:rPr lang="zh-CN" altLang="en-US" sz="1800" dirty="0">
                <a:solidFill>
                  <a:srgbClr val="273444"/>
                </a:solidFill>
                <a:latin typeface="Arial" panose="020B0604020202020204"/>
                <a:ea typeface="Arial" panose="020B0604020202020204"/>
                <a:cs typeface="Arial" panose="020B0604020202020204"/>
              </a:rPr>
              <a:t>状态字段贯穿多模块，例如 </a:t>
            </a:r>
            <a:r>
              <a:rPr lang="en-US" altLang="zh-CN" sz="1800" dirty="0">
                <a:solidFill>
                  <a:srgbClr val="273444"/>
                </a:solidFill>
                <a:latin typeface="Arial" panose="020B0604020202020204"/>
                <a:ea typeface="Arial" panose="020B0604020202020204"/>
                <a:cs typeface="Arial" panose="020B0604020202020204"/>
              </a:rPr>
              <a:t>pending / approved / rejected </a:t>
            </a:r>
            <a:r>
              <a:rPr lang="zh-CN" altLang="en-US" sz="1800" dirty="0">
                <a:solidFill>
                  <a:srgbClr val="273444"/>
                </a:solidFill>
                <a:latin typeface="Arial" panose="020B0604020202020204"/>
                <a:ea typeface="Arial" panose="020B0604020202020204"/>
                <a:cs typeface="Arial" panose="020B0604020202020204"/>
              </a:rPr>
              <a:t>和 </a:t>
            </a:r>
            <a:r>
              <a:rPr lang="en-US" altLang="zh-CN" sz="1800" dirty="0">
                <a:solidFill>
                  <a:srgbClr val="273444"/>
                </a:solidFill>
                <a:latin typeface="Arial" panose="020B0604020202020204"/>
                <a:ea typeface="Arial" panose="020B0604020202020204"/>
                <a:cs typeface="Arial" panose="020B0604020202020204"/>
              </a:rPr>
              <a:t>active / disabled</a:t>
            </a:r>
            <a:r>
              <a:rPr lang="zh-CN" altLang="en-US" sz="1800" dirty="0">
                <a:solidFill>
                  <a:srgbClr val="273444"/>
                </a:solidFill>
                <a:latin typeface="Arial" panose="020B0604020202020204"/>
                <a:ea typeface="Arial" panose="020B0604020202020204"/>
                <a:cs typeface="Arial" panose="020B0604020202020204"/>
              </a:rPr>
              <a:t>。</a:t>
            </a:r>
            <a:endParaRPr lang="en-US" altLang="zh-CN" sz="1800" dirty="0">
              <a:solidFill>
                <a:srgbClr val="273444"/>
              </a:solidFill>
              <a:latin typeface="Arial" panose="020B0604020202020204"/>
              <a:ea typeface="Arial" panose="020B0604020202020204"/>
              <a:cs typeface="Arial" panose="020B0604020202020204"/>
            </a:endParaRPr>
          </a:p>
          <a:p>
            <a:pPr marL="285750" indent="-285750">
              <a:buFont typeface="Arial" panose="020B0604020202020204" pitchFamily="34" charset="0"/>
              <a:buChar char="•"/>
            </a:pPr>
            <a:r>
              <a:rPr lang="zh-CN" altLang="en-US" sz="1800" dirty="0">
                <a:solidFill>
                  <a:srgbClr val="273444"/>
                </a:solidFill>
                <a:latin typeface="Arial" panose="020B0604020202020204"/>
                <a:ea typeface="Arial" panose="020B0604020202020204"/>
                <a:cs typeface="Arial" panose="020B0604020202020204"/>
              </a:rPr>
              <a:t>接口先行、数据表配合的设计方式，能更好支撑前后端并行开发。</a:t>
            </a:r>
            <a:endParaRPr lang="zh-CN" altLang="en-US" sz="1800" dirty="0">
              <a:solidFill>
                <a:srgbClr val="273444"/>
              </a:solidFill>
              <a:latin typeface="Arial" panose="020B0604020202020204"/>
              <a:ea typeface="Arial" panose="020B0604020202020204"/>
              <a:cs typeface="Arial" panose="020B0604020202020204"/>
            </a:endParaRPr>
          </a:p>
          <a:p>
            <a:pPr marL="285750" indent="-285750">
              <a:buFont typeface="Arial" panose="020B0604020202020204" pitchFamily="34" charset="0"/>
              <a:buChar char="•"/>
            </a:pPr>
            <a:endParaRPr lang="zh-CN" altLang="en-US" sz="1800" dirty="0">
              <a:solidFill>
                <a:srgbClr val="273444"/>
              </a:solidFill>
              <a:latin typeface="Arial" panose="020B0604020202020204"/>
              <a:ea typeface="Arial" panose="020B0604020202020204"/>
              <a:cs typeface="Arial" panose="020B0604020202020204"/>
            </a:endParaRPr>
          </a:p>
        </p:txBody>
      </p:sp>
      <p:sp>
        <p:nvSpPr>
          <p:cNvPr id="15" name="矩形: 圆角 14"/>
          <p:cNvSpPr/>
          <p:nvPr/>
        </p:nvSpPr>
        <p:spPr>
          <a:xfrm>
            <a:off x="8493483" y="1999385"/>
            <a:ext cx="3264839" cy="4090701"/>
          </a:xfrm>
          <a:prstGeom prst="roundRect">
            <a:avLst/>
          </a:prstGeom>
          <a:ln w="28575">
            <a:solidFill>
              <a:srgbClr val="0070C0"/>
            </a:solidFill>
            <a:prstDash val="sysDash"/>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zh-CN" altLang="en-US" dirty="0"/>
          </a:p>
        </p:txBody>
      </p:sp>
      <p:sp>
        <p:nvSpPr>
          <p:cNvPr id="16" name="文本框 15"/>
          <p:cNvSpPr txBox="1"/>
          <p:nvPr/>
        </p:nvSpPr>
        <p:spPr>
          <a:xfrm>
            <a:off x="9480777" y="2373498"/>
            <a:ext cx="1427584" cy="369332"/>
          </a:xfrm>
          <a:prstGeom prst="rect">
            <a:avLst/>
          </a:prstGeom>
          <a:noFill/>
        </p:spPr>
        <p:txBody>
          <a:bodyPr wrap="square" rtlCol="0">
            <a:spAutoFit/>
          </a:bodyPr>
          <a:lstStyle/>
          <a:p>
            <a:r>
              <a:rPr lang="zh-CN" altLang="en-US" sz="1800" b="1" dirty="0">
                <a:solidFill>
                  <a:srgbClr val="005BAC"/>
                </a:solidFill>
                <a:latin typeface="Arial" panose="020B0604020202020204"/>
                <a:ea typeface="Arial" panose="020B0604020202020204"/>
                <a:cs typeface="Arial" panose="020B0604020202020204"/>
              </a:rPr>
              <a:t>代表性接口</a:t>
            </a:r>
            <a:endParaRPr lang="zh-CN" altLang="en-US" sz="1800" b="1" dirty="0">
              <a:solidFill>
                <a:srgbClr val="005BAC"/>
              </a:solidFill>
              <a:latin typeface="Arial" panose="020B0604020202020204"/>
              <a:ea typeface="Arial" panose="020B0604020202020204"/>
              <a:cs typeface="Arial" panose="020B0604020202020204"/>
            </a:endParaRPr>
          </a:p>
        </p:txBody>
      </p:sp>
      <p:sp>
        <p:nvSpPr>
          <p:cNvPr id="19" name="文本框 18"/>
          <p:cNvSpPr txBox="1"/>
          <p:nvPr/>
        </p:nvSpPr>
        <p:spPr>
          <a:xfrm>
            <a:off x="8493483" y="3013552"/>
            <a:ext cx="3264839" cy="2246769"/>
          </a:xfrm>
          <a:prstGeom prst="rect">
            <a:avLst/>
          </a:prstGeom>
          <a:noFill/>
        </p:spPr>
        <p:txBody>
          <a:bodyPr wrap="square" rtlCol="0">
            <a:spAutoFit/>
          </a:bodyPr>
          <a:lstStyle/>
          <a:p>
            <a:pPr marL="285750" indent="-285750">
              <a:buFont typeface="Wingdings" panose="05000000000000000000" pitchFamily="2" charset="2"/>
              <a:buChar char="ü"/>
            </a:pPr>
            <a:r>
              <a:rPr lang="en-US" altLang="zh-CN" sz="1400" dirty="0">
                <a:solidFill>
                  <a:srgbClr val="273444"/>
                </a:solidFill>
                <a:latin typeface="Arial" panose="020B0604020202020204"/>
                <a:cs typeface="Arial" panose="020B0604020202020204"/>
              </a:rPr>
              <a:t>POST  /</a:t>
            </a:r>
            <a:r>
              <a:rPr lang="en-US" altLang="zh-CN" sz="1400" dirty="0" err="1">
                <a:solidFill>
                  <a:srgbClr val="273444"/>
                </a:solidFill>
                <a:latin typeface="Arial" panose="020B0604020202020204"/>
                <a:cs typeface="Arial" panose="020B0604020202020204"/>
              </a:rPr>
              <a:t>api</a:t>
            </a:r>
            <a:r>
              <a:rPr lang="en-US" altLang="zh-CN" sz="1400" dirty="0">
                <a:solidFill>
                  <a:srgbClr val="273444"/>
                </a:solidFill>
                <a:latin typeface="Arial" panose="020B0604020202020204"/>
                <a:cs typeface="Arial" panose="020B0604020202020204"/>
              </a:rPr>
              <a:t>/auth/login   </a:t>
            </a:r>
            <a:endParaRPr lang="en-US" altLang="zh-CN" sz="1400" dirty="0">
              <a:solidFill>
                <a:srgbClr val="273444"/>
              </a:solidFill>
              <a:latin typeface="Arial" panose="020B0604020202020204"/>
              <a:cs typeface="Arial" panose="020B0604020202020204"/>
            </a:endParaRPr>
          </a:p>
          <a:p>
            <a:r>
              <a:rPr lang="en-US" altLang="zh-CN" sz="1400" dirty="0">
                <a:solidFill>
                  <a:srgbClr val="273444"/>
                </a:solidFill>
                <a:latin typeface="Arial" panose="020B0604020202020204"/>
                <a:ea typeface="Arial" panose="020B0604020202020204"/>
                <a:cs typeface="Arial" panose="020B0604020202020204"/>
              </a:rPr>
              <a:t>   </a:t>
            </a:r>
            <a:r>
              <a:rPr lang="zh-CN" altLang="en-US" sz="1400" dirty="0">
                <a:solidFill>
                  <a:srgbClr val="273444"/>
                </a:solidFill>
                <a:latin typeface="Arial" panose="020B0604020202020204"/>
                <a:ea typeface="Arial" panose="020B0604020202020204"/>
                <a:cs typeface="Arial" panose="020B0604020202020204"/>
              </a:rPr>
              <a:t>用户登录</a:t>
            </a:r>
            <a:endParaRPr lang="zh-CN" altLang="en-US" sz="14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pPr>
            <a:r>
              <a:rPr lang="en-US" altLang="zh-CN" sz="1400" dirty="0">
                <a:solidFill>
                  <a:srgbClr val="3A4A5F"/>
                </a:solidFill>
                <a:latin typeface="Arial" panose="020B0604020202020204"/>
                <a:ea typeface="Arial" panose="020B0604020202020204"/>
                <a:cs typeface="Arial" panose="020B0604020202020204"/>
              </a:rPr>
              <a:t>POST  /</a:t>
            </a:r>
            <a:r>
              <a:rPr lang="en-US" altLang="zh-CN" sz="1400" dirty="0" err="1">
                <a:solidFill>
                  <a:srgbClr val="3A4A5F"/>
                </a:solidFill>
                <a:latin typeface="Arial" panose="020B0604020202020204"/>
                <a:ea typeface="Arial" panose="020B0604020202020204"/>
                <a:cs typeface="Arial" panose="020B0604020202020204"/>
              </a:rPr>
              <a:t>api</a:t>
            </a:r>
            <a:r>
              <a:rPr lang="en-US" altLang="zh-CN" sz="1400" dirty="0">
                <a:solidFill>
                  <a:srgbClr val="3A4A5F"/>
                </a:solidFill>
                <a:latin typeface="Arial" panose="020B0604020202020204"/>
                <a:ea typeface="Arial" panose="020B0604020202020204"/>
                <a:cs typeface="Arial" panose="020B0604020202020204"/>
              </a:rPr>
              <a:t>/prompts/{id}/versions  </a:t>
            </a:r>
            <a:endParaRPr lang="en-US" altLang="zh-CN" sz="1400" dirty="0">
              <a:solidFill>
                <a:srgbClr val="3A4A5F"/>
              </a:solidFill>
              <a:latin typeface="Arial" panose="020B0604020202020204"/>
              <a:ea typeface="Arial" panose="020B0604020202020204"/>
              <a:cs typeface="Arial" panose="020B0604020202020204"/>
            </a:endParaRPr>
          </a:p>
          <a:p>
            <a:r>
              <a:rPr lang="zh-CN" altLang="en-US" sz="1400" dirty="0">
                <a:solidFill>
                  <a:srgbClr val="3A4A5F"/>
                </a:solidFill>
                <a:latin typeface="Arial" panose="020B0604020202020204"/>
                <a:ea typeface="Arial" panose="020B0604020202020204"/>
                <a:cs typeface="Arial" panose="020B0604020202020204"/>
              </a:rPr>
              <a:t>   生成版本快照</a:t>
            </a:r>
            <a:endParaRPr lang="zh-CN" altLang="en-US" sz="1400" dirty="0">
              <a:solidFill>
                <a:srgbClr val="3A4A5F"/>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pPr>
            <a:r>
              <a:rPr lang="en-US" altLang="zh-CN" sz="1400" dirty="0">
                <a:solidFill>
                  <a:srgbClr val="3A4A5F"/>
                </a:solidFill>
                <a:latin typeface="Arial" panose="020B0604020202020204"/>
                <a:cs typeface="Arial" panose="020B0604020202020204"/>
              </a:rPr>
              <a:t>POST</a:t>
            </a:r>
            <a:r>
              <a:rPr lang="en-US" altLang="zh-CN" sz="1400" dirty="0">
                <a:solidFill>
                  <a:srgbClr val="273444"/>
                </a:solidFill>
                <a:latin typeface="Arial" panose="020B0604020202020204"/>
                <a:ea typeface="Arial" panose="020B0604020202020204"/>
                <a:cs typeface="Arial" panose="020B0604020202020204"/>
              </a:rPr>
              <a:t>  /</a:t>
            </a:r>
            <a:r>
              <a:rPr lang="en-US" altLang="zh-CN" sz="1400" dirty="0" err="1">
                <a:solidFill>
                  <a:srgbClr val="273444"/>
                </a:solidFill>
                <a:latin typeface="Arial" panose="020B0604020202020204"/>
                <a:ea typeface="Arial" panose="020B0604020202020204"/>
                <a:cs typeface="Arial" panose="020B0604020202020204"/>
              </a:rPr>
              <a:t>api</a:t>
            </a:r>
            <a:r>
              <a:rPr lang="en-US" altLang="zh-CN" sz="1400" dirty="0">
                <a:solidFill>
                  <a:srgbClr val="273444"/>
                </a:solidFill>
                <a:latin typeface="Arial" panose="020B0604020202020204"/>
                <a:ea typeface="Arial" panose="020B0604020202020204"/>
                <a:cs typeface="Arial" panose="020B0604020202020204"/>
              </a:rPr>
              <a:t>/community/share </a:t>
            </a:r>
            <a:endParaRPr lang="en-US" altLang="zh-CN" sz="1400" dirty="0">
              <a:solidFill>
                <a:srgbClr val="273444"/>
              </a:solidFill>
              <a:latin typeface="Arial" panose="020B0604020202020204"/>
              <a:ea typeface="Arial" panose="020B0604020202020204"/>
              <a:cs typeface="Arial" panose="020B0604020202020204"/>
            </a:endParaRPr>
          </a:p>
          <a:p>
            <a:r>
              <a:rPr lang="en-US" altLang="zh-CN" sz="1400" dirty="0">
                <a:solidFill>
                  <a:srgbClr val="273444"/>
                </a:solidFill>
                <a:latin typeface="Arial" panose="020B0604020202020204"/>
                <a:ea typeface="Arial" panose="020B0604020202020204"/>
                <a:cs typeface="Arial" panose="020B0604020202020204"/>
              </a:rPr>
              <a:t>   </a:t>
            </a:r>
            <a:r>
              <a:rPr lang="zh-CN" altLang="en-US" sz="1400" dirty="0">
                <a:solidFill>
                  <a:srgbClr val="273444"/>
                </a:solidFill>
                <a:latin typeface="Arial" panose="020B0604020202020204"/>
                <a:ea typeface="Arial" panose="020B0604020202020204"/>
                <a:cs typeface="Arial" panose="020B0604020202020204"/>
              </a:rPr>
              <a:t>提交社区分享申请</a:t>
            </a:r>
            <a:endParaRPr lang="zh-CN" altLang="en-US" sz="14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pPr>
            <a:r>
              <a:rPr lang="en-US" altLang="zh-CN" sz="1400" dirty="0">
                <a:solidFill>
                  <a:srgbClr val="3A4A5F"/>
                </a:solidFill>
                <a:latin typeface="Arial" panose="020B0604020202020204"/>
                <a:ea typeface="Arial" panose="020B0604020202020204"/>
                <a:cs typeface="Arial" panose="020B0604020202020204"/>
              </a:rPr>
              <a:t>POST  /</a:t>
            </a:r>
            <a:r>
              <a:rPr lang="en-US" altLang="zh-CN" sz="1400" dirty="0" err="1">
                <a:solidFill>
                  <a:srgbClr val="3A4A5F"/>
                </a:solidFill>
                <a:latin typeface="Arial" panose="020B0604020202020204"/>
                <a:ea typeface="Arial" panose="020B0604020202020204"/>
                <a:cs typeface="Arial" panose="020B0604020202020204"/>
              </a:rPr>
              <a:t>api</a:t>
            </a:r>
            <a:r>
              <a:rPr lang="en-US" altLang="zh-CN" sz="1400" dirty="0">
                <a:solidFill>
                  <a:srgbClr val="3A4A5F"/>
                </a:solidFill>
                <a:latin typeface="Arial" panose="020B0604020202020204"/>
                <a:ea typeface="Arial" panose="020B0604020202020204"/>
                <a:cs typeface="Arial" panose="020B0604020202020204"/>
              </a:rPr>
              <a:t>/admin/community/audit  </a:t>
            </a:r>
            <a:endParaRPr lang="en-US" altLang="zh-CN" sz="1400" dirty="0">
              <a:solidFill>
                <a:srgbClr val="3A4A5F"/>
              </a:solidFill>
              <a:latin typeface="Arial" panose="020B0604020202020204"/>
              <a:ea typeface="Arial" panose="020B0604020202020204"/>
              <a:cs typeface="Arial" panose="020B0604020202020204"/>
            </a:endParaRPr>
          </a:p>
          <a:p>
            <a:r>
              <a:rPr lang="en-US" altLang="zh-CN" sz="1400" dirty="0">
                <a:solidFill>
                  <a:srgbClr val="3A4A5F"/>
                </a:solidFill>
                <a:latin typeface="Arial" panose="020B0604020202020204"/>
                <a:ea typeface="Arial" panose="020B0604020202020204"/>
                <a:cs typeface="Arial" panose="020B0604020202020204"/>
              </a:rPr>
              <a:t>   </a:t>
            </a:r>
            <a:r>
              <a:rPr lang="zh-CN" altLang="en-US" sz="1400" dirty="0">
                <a:solidFill>
                  <a:srgbClr val="3A4A5F"/>
                </a:solidFill>
                <a:latin typeface="Arial" panose="020B0604020202020204"/>
                <a:ea typeface="Arial" panose="020B0604020202020204"/>
                <a:cs typeface="Arial" panose="020B0604020202020204"/>
              </a:rPr>
              <a:t>管理员审核社区内容</a:t>
            </a:r>
            <a:endParaRPr lang="zh-CN" altLang="en-US" sz="1400" dirty="0">
              <a:solidFill>
                <a:srgbClr val="3A4A5F"/>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pPr>
            <a:r>
              <a:rPr lang="en-US" altLang="zh-CN" sz="1400" dirty="0">
                <a:solidFill>
                  <a:srgbClr val="273444"/>
                </a:solidFill>
                <a:latin typeface="Arial" panose="020B0604020202020204"/>
                <a:ea typeface="Arial" panose="020B0604020202020204"/>
                <a:cs typeface="Arial" panose="020B0604020202020204"/>
              </a:rPr>
              <a:t>POST  </a:t>
            </a:r>
            <a:r>
              <a:rPr lang="en-US" altLang="zh-CN" sz="1400" dirty="0">
                <a:solidFill>
                  <a:srgbClr val="3A4A5F"/>
                </a:solidFill>
                <a:latin typeface="Arial" panose="020B0604020202020204"/>
                <a:ea typeface="Arial" panose="020B0604020202020204"/>
                <a:cs typeface="Arial" panose="020B0604020202020204"/>
              </a:rPr>
              <a:t>/</a:t>
            </a:r>
            <a:r>
              <a:rPr lang="en-US" altLang="zh-CN" sz="1400" dirty="0" err="1">
                <a:solidFill>
                  <a:srgbClr val="3A4A5F"/>
                </a:solidFill>
                <a:latin typeface="Arial" panose="020B0604020202020204"/>
                <a:cs typeface="Arial" panose="020B0604020202020204"/>
              </a:rPr>
              <a:t>api</a:t>
            </a:r>
            <a:r>
              <a:rPr lang="en-US" altLang="zh-CN" sz="1400" dirty="0">
                <a:solidFill>
                  <a:srgbClr val="3A4A5F"/>
                </a:solidFill>
                <a:latin typeface="Arial" panose="020B0604020202020204"/>
                <a:cs typeface="Arial" panose="020B0604020202020204"/>
              </a:rPr>
              <a:t>/v1/ai/polish</a:t>
            </a:r>
            <a:endParaRPr lang="zh-CN" altLang="en-US" sz="1400" dirty="0">
              <a:solidFill>
                <a:srgbClr val="3A4A5F"/>
              </a:solidFill>
              <a:latin typeface="Arial" panose="020B0604020202020204"/>
              <a:cs typeface="Arial" panose="020B0604020202020204"/>
            </a:endParaRPr>
          </a:p>
          <a:p>
            <a:r>
              <a:rPr lang="zh-CN" altLang="en-US" sz="1400" dirty="0"/>
              <a:t>   </a:t>
            </a:r>
            <a:r>
              <a:rPr lang="en-US" altLang="zh-CN" sz="1400" dirty="0">
                <a:solidFill>
                  <a:srgbClr val="273444"/>
                </a:solidFill>
                <a:latin typeface="Arial" panose="020B0604020202020204"/>
                <a:cs typeface="Arial" panose="020B0604020202020204"/>
              </a:rPr>
              <a:t>AI</a:t>
            </a:r>
            <a:r>
              <a:rPr lang="zh-CN" altLang="en-US" sz="1400" dirty="0">
                <a:solidFill>
                  <a:srgbClr val="273444"/>
                </a:solidFill>
                <a:latin typeface="Arial" panose="020B0604020202020204"/>
                <a:cs typeface="Arial" panose="020B0604020202020204"/>
              </a:rPr>
              <a:t>润色</a:t>
            </a:r>
            <a:r>
              <a:rPr lang="en-US" altLang="zh-CN" sz="1400" dirty="0">
                <a:solidFill>
                  <a:srgbClr val="273444"/>
                </a:solidFill>
                <a:latin typeface="Arial" panose="020B0604020202020204"/>
                <a:cs typeface="Arial" panose="020B0604020202020204"/>
              </a:rPr>
              <a:t>Prompt</a:t>
            </a:r>
            <a:endParaRPr lang="zh-CN" altLang="en-US" sz="1400" dirty="0">
              <a:solidFill>
                <a:srgbClr val="273444"/>
              </a:solidFill>
              <a:latin typeface="Arial" panose="020B0604020202020204"/>
              <a:cs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3.1 </a:t>
            </a:r>
            <a:r>
              <a:rPr lang="zh-CN" altLang="en-US" dirty="0">
                <a:latin typeface="黑体" panose="02010609060101010101" charset="-122"/>
                <a:ea typeface="黑体" panose="02010609060101010101" charset="-122"/>
              </a:rPr>
              <a:t>总体接口</a:t>
            </a:r>
            <a:r>
              <a:rPr dirty="0">
                <a:latin typeface="黑体" panose="02010609060101010101" charset="-122"/>
                <a:ea typeface="黑体" panose="02010609060101010101" charset="-122"/>
              </a:rPr>
              <a:t>设计</a:t>
            </a:r>
            <a:endParaRPr dirty="0">
              <a:latin typeface="黑体" panose="02010609060101010101" charset="-122"/>
              <a:ea typeface="黑体" panose="02010609060101010101" charset="-122"/>
            </a:endParaRPr>
          </a:p>
        </p:txBody>
      </p:sp>
      <p:pic>
        <p:nvPicPr>
          <p:cNvPr id="4" name="图片 3" descr="图形用户界面, 表格&#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46757" y="935732"/>
            <a:ext cx="9498485" cy="578813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3.2 </a:t>
            </a:r>
            <a:r>
              <a:rPr lang="zh-CN" altLang="en-US" dirty="0">
                <a:latin typeface="黑体" panose="02010609060101010101" charset="-122"/>
                <a:ea typeface="黑体" panose="02010609060101010101" charset="-122"/>
              </a:rPr>
              <a:t>各模块接口</a:t>
            </a:r>
            <a:r>
              <a:rPr dirty="0">
                <a:latin typeface="黑体" panose="02010609060101010101" charset="-122"/>
                <a:ea typeface="黑体" panose="02010609060101010101" charset="-122"/>
              </a:rPr>
              <a:t>设计</a:t>
            </a:r>
            <a:r>
              <a:rPr lang="en-US" dirty="0">
                <a:latin typeface="黑体" panose="02010609060101010101" charset="-122"/>
              </a:rPr>
              <a:t>—</a:t>
            </a:r>
            <a:r>
              <a:rPr lang="zh-CN" altLang="en-US" b="0" dirty="0">
                <a:latin typeface="黑体" panose="02010609060101010101" charset="-122"/>
              </a:rPr>
              <a:t>用户</a:t>
            </a:r>
            <a:r>
              <a:rPr lang="zh-CN" altLang="en-US" b="0" dirty="0"/>
              <a:t>管理模块</a:t>
            </a:r>
            <a:endParaRPr b="0" dirty="0">
              <a:latin typeface="黑体" panose="02010609060101010101" charset="-122"/>
              <a:ea typeface="黑体" panose="02010609060101010101" charset="-122"/>
            </a:endParaRPr>
          </a:p>
        </p:txBody>
      </p:sp>
      <p:graphicFrame>
        <p:nvGraphicFramePr>
          <p:cNvPr id="5" name="表格 4"/>
          <p:cNvGraphicFramePr>
            <a:graphicFrameLocks noGrp="1"/>
          </p:cNvGraphicFramePr>
          <p:nvPr/>
        </p:nvGraphicFramePr>
        <p:xfrm>
          <a:off x="690466" y="2372089"/>
          <a:ext cx="6020314" cy="3098780"/>
        </p:xfrm>
        <a:graphic>
          <a:graphicData uri="http://schemas.openxmlformats.org/drawingml/2006/table">
            <a:tbl>
              <a:tblPr firstRow="1" bandRow="1">
                <a:tableStyleId>{F2DE63D5-997A-4646-A377-4702673A728D}</a:tableStyleId>
              </a:tblPr>
              <a:tblGrid>
                <a:gridCol w="1437441"/>
                <a:gridCol w="2569881"/>
                <a:gridCol w="2012992"/>
              </a:tblGrid>
              <a:tr h="619756">
                <a:tc>
                  <a:txBody>
                    <a:bodyPr/>
                    <a:lstStyle/>
                    <a:p>
                      <a:pPr algn="ctr"/>
                      <a:r>
                        <a:rPr lang="zh-CN" altLang="en-US" dirty="0"/>
                        <a:t>请求方法</a:t>
                      </a:r>
                      <a:endParaRPr lang="zh-CN" altLang="en-US" dirty="0"/>
                    </a:p>
                  </a:txBody>
                  <a:tcPr anchor="ctr"/>
                </a:tc>
                <a:tc>
                  <a:txBody>
                    <a:bodyPr/>
                    <a:lstStyle/>
                    <a:p>
                      <a:pPr algn="ctr"/>
                      <a:r>
                        <a:rPr lang="zh-CN" altLang="en-US" dirty="0"/>
                        <a:t>接口路径</a:t>
                      </a:r>
                      <a:endParaRPr lang="zh-CN" altLang="en-US" dirty="0"/>
                    </a:p>
                  </a:txBody>
                  <a:tcPr anchor="ctr"/>
                </a:tc>
                <a:tc>
                  <a:txBody>
                    <a:bodyPr/>
                    <a:lstStyle/>
                    <a:p>
                      <a:pPr algn="ctr"/>
                      <a:r>
                        <a:rPr lang="zh-CN" altLang="en-US" dirty="0"/>
                        <a:t>功能说明</a:t>
                      </a:r>
                      <a:endParaRPr lang="zh-CN" altLang="en-US" dirty="0"/>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kern="1200" dirty="0">
                          <a:solidFill>
                            <a:srgbClr val="3A4A5F"/>
                          </a:solidFill>
                          <a:latin typeface="+mn-lt"/>
                          <a:ea typeface="+mn-ea"/>
                          <a:cs typeface="+mn-cs"/>
                        </a:rPr>
                        <a:t>/</a:t>
                      </a:r>
                      <a:r>
                        <a:rPr lang="en-US" altLang="zh-CN" sz="1600" kern="1200" dirty="0" err="1">
                          <a:solidFill>
                            <a:srgbClr val="3A4A5F"/>
                          </a:solidFill>
                          <a:latin typeface="+mn-lt"/>
                          <a:ea typeface="+mn-ea"/>
                          <a:cs typeface="+mn-cs"/>
                        </a:rPr>
                        <a:t>api</a:t>
                      </a:r>
                      <a:r>
                        <a:rPr lang="en-US" altLang="zh-CN" sz="1600" kern="1200" dirty="0">
                          <a:solidFill>
                            <a:srgbClr val="3A4A5F"/>
                          </a:solidFill>
                          <a:latin typeface="+mn-lt"/>
                          <a:ea typeface="+mn-ea"/>
                          <a:cs typeface="+mn-cs"/>
                        </a:rPr>
                        <a:t>/auth/register</a:t>
                      </a:r>
                      <a:endParaRPr lang="zh-CN" altLang="en-US" sz="1600" kern="1200" dirty="0">
                        <a:solidFill>
                          <a:srgbClr val="3A4A5F"/>
                        </a:solidFill>
                        <a:latin typeface="+mn-lt"/>
                        <a:ea typeface="+mn-ea"/>
                        <a:cs typeface="+mn-cs"/>
                      </a:endParaRPr>
                    </a:p>
                  </a:txBody>
                  <a:tcPr anchor="ctr"/>
                </a:tc>
                <a:tc>
                  <a:txBody>
                    <a:bodyPr/>
                    <a:lstStyle/>
                    <a:p>
                      <a:pPr algn="ctr"/>
                      <a:r>
                        <a:rPr lang="zh-CN" altLang="en-US" sz="1600" dirty="0">
                          <a:solidFill>
                            <a:schemeClr val="tx1"/>
                          </a:solidFill>
                          <a:latin typeface="+mn-lt"/>
                        </a:rPr>
                        <a:t>用户注册</a:t>
                      </a:r>
                      <a:endParaRPr lang="zh-CN" altLang="en-US" sz="1600" dirty="0">
                        <a:solidFill>
                          <a:schemeClr val="tx1"/>
                        </a:solidFill>
                        <a:latin typeface="+mn-lt"/>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dirty="0">
                          <a:solidFill>
                            <a:srgbClr val="3A4A5F"/>
                          </a:solidFill>
                          <a:latin typeface="+mn-lt"/>
                        </a:rPr>
                        <a:t>/</a:t>
                      </a:r>
                      <a:r>
                        <a:rPr lang="en-US" altLang="zh-CN" sz="1600" dirty="0" err="1">
                          <a:solidFill>
                            <a:srgbClr val="3A4A5F"/>
                          </a:solidFill>
                          <a:latin typeface="+mn-lt"/>
                        </a:rPr>
                        <a:t>api</a:t>
                      </a:r>
                      <a:r>
                        <a:rPr lang="en-US" altLang="zh-CN" sz="1600" dirty="0">
                          <a:solidFill>
                            <a:srgbClr val="3A4A5F"/>
                          </a:solidFill>
                          <a:latin typeface="+mn-lt"/>
                        </a:rPr>
                        <a:t>/auth/login</a:t>
                      </a:r>
                      <a:endParaRPr lang="zh-CN" altLang="en-US" sz="1600" dirty="0">
                        <a:latin typeface="+mn-lt"/>
                      </a:endParaRPr>
                    </a:p>
                  </a:txBody>
                  <a:tcPr anchor="ctr"/>
                </a:tc>
                <a:tc>
                  <a:txBody>
                    <a:bodyPr/>
                    <a:lstStyle/>
                    <a:p>
                      <a:pPr algn="ctr"/>
                      <a:r>
                        <a:rPr lang="zh-CN" altLang="en-US" sz="1600" kern="1200" dirty="0">
                          <a:solidFill>
                            <a:schemeClr val="tx1"/>
                          </a:solidFill>
                          <a:latin typeface="+mn-lt"/>
                        </a:rPr>
                        <a:t>用户登录</a:t>
                      </a:r>
                      <a:endParaRPr lang="zh-CN" altLang="en-US" sz="1600" kern="1200" dirty="0">
                        <a:solidFill>
                          <a:schemeClr val="tx1"/>
                        </a:solidFill>
                        <a:latin typeface="+mn-lt"/>
                        <a:ea typeface="+mn-ea"/>
                        <a:cs typeface="+mn-cs"/>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marL="0" algn="ctr" defTabSz="914400"/>
                      <a:r>
                        <a:rPr lang="en-US" altLang="zh-CN" sz="1600" kern="1200" dirty="0">
                          <a:solidFill>
                            <a:srgbClr val="3A4A5F"/>
                          </a:solidFill>
                          <a:latin typeface="+mn-lt"/>
                          <a:ea typeface="+mn-ea"/>
                          <a:cs typeface="+mn-cs"/>
                        </a:rPr>
                        <a:t>/</a:t>
                      </a:r>
                      <a:r>
                        <a:rPr lang="en-US" altLang="zh-CN" sz="1600" kern="1200" dirty="0" err="1">
                          <a:solidFill>
                            <a:srgbClr val="3A4A5F"/>
                          </a:solidFill>
                          <a:latin typeface="+mn-lt"/>
                          <a:ea typeface="+mn-ea"/>
                          <a:cs typeface="+mn-cs"/>
                        </a:rPr>
                        <a:t>api</a:t>
                      </a:r>
                      <a:r>
                        <a:rPr lang="en-US" altLang="zh-CN" sz="1600" kern="1200" dirty="0">
                          <a:solidFill>
                            <a:srgbClr val="3A4A5F"/>
                          </a:solidFill>
                          <a:latin typeface="+mn-lt"/>
                          <a:ea typeface="+mn-ea"/>
                          <a:cs typeface="+mn-cs"/>
                        </a:rPr>
                        <a:t>/users/me</a:t>
                      </a:r>
                      <a:endParaRPr lang="zh-CN" altLang="en-US" sz="1600" kern="1200" dirty="0">
                        <a:solidFill>
                          <a:srgbClr val="3A4A5F"/>
                        </a:solidFill>
                        <a:latin typeface="+mn-lt"/>
                        <a:ea typeface="+mn-ea"/>
                        <a:cs typeface="+mn-cs"/>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查看个人信息</a:t>
                      </a:r>
                      <a:endParaRPr lang="zh-CN" altLang="en-US" sz="1600" dirty="0">
                        <a:solidFill>
                          <a:schemeClr val="tx1"/>
                        </a:solidFill>
                        <a:latin typeface="+mn-lt"/>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00B0F0"/>
                          </a:solidFill>
                        </a:rPr>
                        <a:t>PUT</a:t>
                      </a:r>
                      <a:endParaRPr lang="en-US" altLang="zh-CN" b="1" dirty="0">
                        <a:solidFill>
                          <a:srgbClr val="00B0F0"/>
                        </a:solidFill>
                      </a:endParaRPr>
                    </a:p>
                  </a:txBody>
                  <a:tcPr anchor="ctr"/>
                </a:tc>
                <a:tc>
                  <a:txBody>
                    <a:bodyPr/>
                    <a:lstStyle/>
                    <a:p>
                      <a:pPr marL="0" algn="ctr" defTabSz="914400"/>
                      <a:r>
                        <a:rPr lang="en-US" altLang="zh-CN" sz="1600" kern="1200" dirty="0">
                          <a:solidFill>
                            <a:srgbClr val="3A4A5F"/>
                          </a:solidFill>
                          <a:latin typeface="+mn-lt"/>
                          <a:ea typeface="+mn-ea"/>
                          <a:cs typeface="+mn-cs"/>
                        </a:rPr>
                        <a:t>/</a:t>
                      </a:r>
                      <a:r>
                        <a:rPr lang="en-US" altLang="zh-CN" sz="1600" kern="1200" dirty="0" err="1">
                          <a:solidFill>
                            <a:srgbClr val="3A4A5F"/>
                          </a:solidFill>
                          <a:latin typeface="+mn-lt"/>
                          <a:ea typeface="+mn-ea"/>
                          <a:cs typeface="+mn-cs"/>
                        </a:rPr>
                        <a:t>api</a:t>
                      </a:r>
                      <a:r>
                        <a:rPr lang="en-US" altLang="zh-CN" sz="1600" kern="1200" dirty="0">
                          <a:solidFill>
                            <a:srgbClr val="3A4A5F"/>
                          </a:solidFill>
                          <a:latin typeface="+mn-lt"/>
                          <a:ea typeface="+mn-ea"/>
                          <a:cs typeface="+mn-cs"/>
                        </a:rPr>
                        <a:t>/users/me</a:t>
                      </a:r>
                      <a:endParaRPr lang="zh-CN" altLang="en-US" sz="1600" kern="1200" dirty="0">
                        <a:solidFill>
                          <a:srgbClr val="3A4A5F"/>
                        </a:solidFill>
                        <a:latin typeface="+mn-lt"/>
                        <a:ea typeface="+mn-ea"/>
                        <a:cs typeface="+mn-cs"/>
                      </a:endParaRPr>
                    </a:p>
                  </a:txBody>
                  <a:tcPr anchor="ctr"/>
                </a:tc>
                <a:tc>
                  <a:txBody>
                    <a:bodyPr/>
                    <a:lstStyle/>
                    <a:p>
                      <a:pPr marL="0" algn="ctr" defTabSz="914400"/>
                      <a:r>
                        <a:rPr lang="zh-CN" altLang="en-US" sz="1600" kern="1200" dirty="0">
                          <a:solidFill>
                            <a:schemeClr val="tx1"/>
                          </a:solidFill>
                          <a:latin typeface="+mn-lt"/>
                          <a:ea typeface="+mn-ea"/>
                          <a:cs typeface="+mn-cs"/>
                        </a:rPr>
                        <a:t>编辑个人信息</a:t>
                      </a:r>
                      <a:endParaRPr lang="zh-CN" altLang="en-US" sz="1600" kern="1200" dirty="0">
                        <a:solidFill>
                          <a:schemeClr val="tx1"/>
                        </a:solidFill>
                        <a:latin typeface="+mn-lt"/>
                        <a:ea typeface="+mn-ea"/>
                        <a:cs typeface="+mn-cs"/>
                      </a:endParaRPr>
                    </a:p>
                  </a:txBody>
                  <a:tcPr anchor="ctr"/>
                </a:tc>
              </a:tr>
            </a:tbl>
          </a:graphicData>
        </a:graphic>
      </p:graphicFrame>
      <p:sp>
        <p:nvSpPr>
          <p:cNvPr id="7" name="文本框 6"/>
          <p:cNvSpPr txBox="1"/>
          <p:nvPr/>
        </p:nvSpPr>
        <p:spPr>
          <a:xfrm>
            <a:off x="7576461" y="1789549"/>
            <a:ext cx="3769567" cy="2585323"/>
          </a:xfrm>
          <a:prstGeom prst="rect">
            <a:avLst/>
          </a:prstGeom>
          <a:noFill/>
        </p:spPr>
        <p:txBody>
          <a:bodyPr wrap="square" rtlCol="0">
            <a:spAutoFit/>
          </a:bodyPr>
          <a:lstStyle/>
          <a:p>
            <a:pPr algn="ctr"/>
            <a:r>
              <a:rPr lang="zh-CN" altLang="en-US" sz="1800" b="1" dirty="0">
                <a:solidFill>
                  <a:srgbClr val="005BAC"/>
                </a:solidFill>
                <a:latin typeface="Arial" panose="020B0604020202020204"/>
                <a:ea typeface="Arial" panose="020B0604020202020204"/>
                <a:cs typeface="Arial" panose="020B0604020202020204"/>
              </a:rPr>
              <a:t>接口目标</a:t>
            </a:r>
            <a:endParaRPr lang="en-US" altLang="zh-CN"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cs typeface="Arial" panose="020B0604020202020204"/>
              </a:rPr>
              <a:t>实现用户注册、登录、登出与身份校验等基础能力，保证系统具备完整的访问入口。</a:t>
            </a:r>
            <a:endParaRPr lang="zh-CN" altLang="en-US" sz="1600" dirty="0">
              <a:solidFill>
                <a:srgbClr val="273444"/>
              </a:solidFill>
              <a:latin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cs typeface="Arial" panose="020B0604020202020204"/>
              </a:rPr>
              <a:t>为 </a:t>
            </a:r>
            <a:r>
              <a:rPr lang="en-US" altLang="zh-CN" sz="1600" dirty="0">
                <a:solidFill>
                  <a:srgbClr val="273444"/>
                </a:solidFill>
                <a:latin typeface="Arial" panose="020B0604020202020204"/>
                <a:cs typeface="Arial" panose="020B0604020202020204"/>
              </a:rPr>
              <a:t>Prompt </a:t>
            </a:r>
            <a:r>
              <a:rPr lang="zh-CN" altLang="en-US" sz="1600" dirty="0">
                <a:solidFill>
                  <a:srgbClr val="273444"/>
                </a:solidFill>
                <a:latin typeface="Arial" panose="020B0604020202020204"/>
                <a:cs typeface="Arial" panose="020B0604020202020204"/>
              </a:rPr>
              <a:t>管理、社区功能、</a:t>
            </a:r>
            <a:r>
              <a:rPr lang="en-US" altLang="zh-CN" sz="1600" dirty="0">
                <a:solidFill>
                  <a:srgbClr val="273444"/>
                </a:solidFill>
                <a:latin typeface="Arial" panose="020B0604020202020204"/>
                <a:cs typeface="Arial" panose="020B0604020202020204"/>
              </a:rPr>
              <a:t>AI </a:t>
            </a:r>
            <a:r>
              <a:rPr lang="zh-CN" altLang="en-US" sz="1600" dirty="0">
                <a:solidFill>
                  <a:srgbClr val="273444"/>
                </a:solidFill>
                <a:latin typeface="Arial" panose="020B0604020202020204"/>
                <a:cs typeface="Arial" panose="020B0604020202020204"/>
              </a:rPr>
              <a:t>调用等模块提供统一的用户身份认证机制。</a:t>
            </a:r>
            <a:endParaRPr lang="zh-CN" altLang="en-US" sz="1600" dirty="0">
              <a:solidFill>
                <a:srgbClr val="273444"/>
              </a:solidFill>
              <a:latin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cs typeface="Arial" panose="020B0604020202020204"/>
              </a:rPr>
              <a:t>支持系统初始化管理员账号创建，为后续管理员审核与系统治理提供权限基础。</a:t>
            </a:r>
            <a:endParaRPr lang="zh-CN" altLang="en-US" sz="1600" dirty="0">
              <a:solidFill>
                <a:srgbClr val="273444"/>
              </a:solidFill>
              <a:latin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
        <p:nvSpPr>
          <p:cNvPr id="8" name="文本框 7"/>
          <p:cNvSpPr txBox="1"/>
          <p:nvPr/>
        </p:nvSpPr>
        <p:spPr>
          <a:xfrm>
            <a:off x="7576461" y="4394624"/>
            <a:ext cx="3769567" cy="2339102"/>
          </a:xfrm>
          <a:prstGeom prst="rect">
            <a:avLst/>
          </a:prstGeom>
          <a:noFill/>
        </p:spPr>
        <p:txBody>
          <a:bodyPr wrap="square" rtlCol="0">
            <a:spAutoFit/>
          </a:bodyPr>
          <a:lstStyle/>
          <a:p>
            <a:pPr algn="ctr">
              <a:defRPr sz="1350" b="1">
                <a:solidFill>
                  <a:srgbClr val="005BAC"/>
                </a:solidFill>
                <a:latin typeface="Arial" panose="020B0604020202020204"/>
                <a:ea typeface="Arial" panose="020B0604020202020204"/>
                <a:cs typeface="Arial" panose="020B0604020202020204"/>
              </a:defRPr>
            </a:pPr>
            <a:r>
              <a:rPr lang="zh-CN" altLang="en-US" sz="1800" b="1" dirty="0">
                <a:solidFill>
                  <a:srgbClr val="005BAC"/>
                </a:solidFill>
                <a:latin typeface="Arial" panose="020B0604020202020204"/>
                <a:ea typeface="Arial" panose="020B0604020202020204"/>
                <a:cs typeface="Arial" panose="020B0604020202020204"/>
              </a:rPr>
              <a:t>设计要点</a:t>
            </a:r>
            <a:endParaRPr lang="zh-CN" altLang="en-US" sz="2000" b="0" i="0" dirty="0">
              <a:solidFill>
                <a:srgbClr val="1A1C1F"/>
              </a:solidFill>
              <a:effectLst/>
              <a:latin typeface="-apple-system"/>
            </a:endParaRPr>
          </a:p>
          <a:p>
            <a:pPr marL="285750" indent="-285750">
              <a:buFont typeface="Wingdings" panose="05000000000000000000" pitchFamily="2" charset="2"/>
              <a:buChar char="Ø"/>
            </a:pPr>
            <a:r>
              <a:rPr lang="zh-CN" altLang="en-US" sz="1600" dirty="0">
                <a:solidFill>
                  <a:srgbClr val="273444"/>
                </a:solidFill>
                <a:latin typeface="Arial" panose="020B0604020202020204"/>
                <a:cs typeface="Arial" panose="020B0604020202020204"/>
              </a:rPr>
              <a:t>通过 </a:t>
            </a:r>
            <a:r>
              <a:rPr lang="en-US" altLang="zh-CN" sz="1600" dirty="0">
                <a:solidFill>
                  <a:srgbClr val="273444"/>
                </a:solidFill>
                <a:latin typeface="Arial" panose="020B0604020202020204"/>
                <a:cs typeface="Arial" panose="020B0604020202020204"/>
              </a:rPr>
              <a:t>Authorization: Bearer Token</a:t>
            </a:r>
            <a:r>
              <a:rPr lang="zh-CN" altLang="en-US" sz="1600" dirty="0">
                <a:solidFill>
                  <a:srgbClr val="273444"/>
                </a:solidFill>
                <a:latin typeface="Arial" panose="020B0604020202020204"/>
                <a:cs typeface="Arial" panose="020B0604020202020204"/>
              </a:rPr>
              <a:t> 进行接口鉴权，未登录用户无法访问受保护资源。</a:t>
            </a:r>
            <a:endParaRPr lang="zh-CN" altLang="en-US" sz="1600" dirty="0">
              <a:solidFill>
                <a:srgbClr val="273444"/>
              </a:solidFill>
              <a:latin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cs typeface="Arial" panose="020B0604020202020204"/>
              </a:rPr>
              <a:t>设置 </a:t>
            </a:r>
            <a:r>
              <a:rPr lang="en-US" altLang="zh-CN" sz="1600" dirty="0">
                <a:solidFill>
                  <a:srgbClr val="273444"/>
                </a:solidFill>
                <a:latin typeface="Arial" panose="020B0604020202020204"/>
                <a:cs typeface="Arial" panose="020B0604020202020204"/>
              </a:rPr>
              <a:t>refresh</a:t>
            </a:r>
            <a:r>
              <a:rPr lang="zh-CN" altLang="en-US" sz="1600" dirty="0">
                <a:solidFill>
                  <a:srgbClr val="273444"/>
                </a:solidFill>
                <a:latin typeface="Arial" panose="020B0604020202020204"/>
                <a:cs typeface="Arial" panose="020B0604020202020204"/>
              </a:rPr>
              <a:t> 接口用于 </a:t>
            </a:r>
            <a:r>
              <a:rPr lang="en-US" altLang="zh-CN" sz="1600" dirty="0">
                <a:solidFill>
                  <a:srgbClr val="273444"/>
                </a:solidFill>
                <a:latin typeface="Arial" panose="020B0604020202020204"/>
                <a:cs typeface="Arial" panose="020B0604020202020204"/>
              </a:rPr>
              <a:t>Token </a:t>
            </a:r>
            <a:r>
              <a:rPr lang="zh-CN" altLang="en-US" sz="1600" dirty="0">
                <a:solidFill>
                  <a:srgbClr val="273444"/>
                </a:solidFill>
                <a:latin typeface="Arial" panose="020B0604020202020204"/>
                <a:cs typeface="Arial" panose="020B0604020202020204"/>
              </a:rPr>
              <a:t>续期，避免用户频繁重新登录。</a:t>
            </a:r>
            <a:endParaRPr lang="zh-CN" altLang="en-US" sz="1600" dirty="0">
              <a:solidFill>
                <a:srgbClr val="273444"/>
              </a:solidFill>
              <a:latin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cs typeface="Arial" panose="020B0604020202020204"/>
              </a:rPr>
              <a:t>管理员初始化与普通注册流程分离，便于控制系统早期权限分配。</a:t>
            </a:r>
            <a:endParaRPr lang="zh-CN" altLang="en-US" sz="1600" dirty="0">
              <a:solidFill>
                <a:srgbClr val="273444"/>
              </a:solidFill>
              <a:latin typeface="Arial" panose="020B0604020202020204"/>
              <a:cs typeface="Arial" panose="020B0604020202020204"/>
            </a:endParaRPr>
          </a:p>
          <a:p>
            <a:pPr marL="285750" indent="-285750" algn="just">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endParaRPr lang="zh-CN" altLang="en-US" sz="1600" dirty="0">
              <a:solidFill>
                <a:srgbClr val="273444"/>
              </a:solidFill>
              <a:latin typeface="Arial" panose="020B0604020202020204"/>
              <a:ea typeface="Arial" panose="020B0604020202020204"/>
              <a:cs typeface="Arial" panose="020B0604020202020204"/>
            </a:endParaRPr>
          </a:p>
        </p:txBody>
      </p:sp>
      <p:sp>
        <p:nvSpPr>
          <p:cNvPr id="4" name="文本框 3"/>
          <p:cNvSpPr txBox="1"/>
          <p:nvPr/>
        </p:nvSpPr>
        <p:spPr>
          <a:xfrm>
            <a:off x="572282" y="1109874"/>
            <a:ext cx="10773746" cy="369332"/>
          </a:xfrm>
          <a:prstGeom prst="rect">
            <a:avLst/>
          </a:prstGeom>
          <a:noFill/>
        </p:spPr>
        <p:txBody>
          <a:bodyPr wrap="square" rtlCol="0">
            <a:spAutoFit/>
          </a:bodyPr>
          <a:lstStyle/>
          <a:p>
            <a:r>
              <a:rPr lang="zh-CN" altLang="en-US" dirty="0">
                <a:solidFill>
                  <a:srgbClr val="5F6B7A"/>
                </a:solidFill>
                <a:latin typeface="Arial" panose="020B0604020202020204"/>
                <a:cs typeface="Arial" panose="020B0604020202020204"/>
              </a:rPr>
              <a:t>用户管理模块主要负责用户注册、登录、身份校验，是系统安全访问和后续功能调用的基础支撑模块。</a:t>
            </a:r>
            <a:endParaRPr lang="zh-CN" altLang="en-US" dirty="0">
              <a:solidFill>
                <a:srgbClr val="5F6B7A"/>
              </a:solidFill>
              <a:latin typeface="Arial" panose="020B0604020202020204"/>
              <a:cs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3.2 </a:t>
            </a:r>
            <a:r>
              <a:rPr lang="zh-CN" altLang="en-US" dirty="0">
                <a:latin typeface="黑体" panose="02010609060101010101" charset="-122"/>
                <a:ea typeface="黑体" panose="02010609060101010101" charset="-122"/>
              </a:rPr>
              <a:t>各模块接口</a:t>
            </a:r>
            <a:r>
              <a:rPr dirty="0">
                <a:latin typeface="黑体" panose="02010609060101010101" charset="-122"/>
                <a:ea typeface="黑体" panose="02010609060101010101" charset="-122"/>
              </a:rPr>
              <a:t>设计</a:t>
            </a:r>
            <a:r>
              <a:rPr lang="en-US" dirty="0">
                <a:latin typeface="黑体" panose="02010609060101010101" charset="-122"/>
              </a:rPr>
              <a:t>--</a:t>
            </a:r>
            <a:r>
              <a:rPr lang="en-US" altLang="zh-CN" b="0" dirty="0"/>
              <a:t>Prompt </a:t>
            </a:r>
            <a:r>
              <a:rPr lang="zh-CN" altLang="en-US" b="0" dirty="0"/>
              <a:t>管理模块</a:t>
            </a:r>
            <a:endParaRPr b="0" dirty="0">
              <a:latin typeface="黑体" panose="02010609060101010101" charset="-122"/>
              <a:ea typeface="黑体" panose="02010609060101010101" charset="-122"/>
            </a:endParaRPr>
          </a:p>
        </p:txBody>
      </p:sp>
      <p:sp>
        <p:nvSpPr>
          <p:cNvPr id="3" name="文本框 2"/>
          <p:cNvSpPr txBox="1"/>
          <p:nvPr/>
        </p:nvSpPr>
        <p:spPr>
          <a:xfrm>
            <a:off x="578497" y="1053538"/>
            <a:ext cx="7688425" cy="646331"/>
          </a:xfrm>
          <a:prstGeom prst="rect">
            <a:avLst/>
          </a:prstGeom>
          <a:noFill/>
        </p:spPr>
        <p:txBody>
          <a:bodyPr wrap="square" rtlCol="0">
            <a:spAutoFit/>
          </a:bodyPr>
          <a:lstStyle/>
          <a:p>
            <a:r>
              <a:rPr lang="zh-CN" altLang="en-US" sz="1800" dirty="0">
                <a:solidFill>
                  <a:srgbClr val="5F6B7A"/>
                </a:solidFill>
                <a:latin typeface="Arial" panose="020B0604020202020204"/>
                <a:ea typeface="Arial" panose="020B0604020202020204"/>
                <a:cs typeface="Arial" panose="020B0604020202020204"/>
              </a:rPr>
              <a:t>负责 </a:t>
            </a:r>
            <a:r>
              <a:rPr lang="en-US" altLang="zh-CN" sz="1800" dirty="0">
                <a:solidFill>
                  <a:srgbClr val="5F6B7A"/>
                </a:solidFill>
                <a:latin typeface="Arial" panose="020B0604020202020204"/>
                <a:ea typeface="Arial" panose="020B0604020202020204"/>
                <a:cs typeface="Arial" panose="020B0604020202020204"/>
              </a:rPr>
              <a:t>Prompt </a:t>
            </a:r>
            <a:r>
              <a:rPr lang="zh-CN" altLang="en-US" sz="1800" dirty="0">
                <a:solidFill>
                  <a:srgbClr val="5F6B7A"/>
                </a:solidFill>
                <a:latin typeface="Arial" panose="020B0604020202020204"/>
                <a:ea typeface="Arial" panose="020B0604020202020204"/>
                <a:cs typeface="Arial" panose="020B0604020202020204"/>
              </a:rPr>
              <a:t>的创建、查询、编辑与删除，是整个系统最基础的业务入口。</a:t>
            </a:r>
            <a:endParaRPr lang="zh-CN" altLang="en-US" sz="1800" dirty="0">
              <a:solidFill>
                <a:srgbClr val="5F6B7A"/>
              </a:solidFill>
              <a:latin typeface="Arial" panose="020B0604020202020204"/>
              <a:ea typeface="Arial" panose="020B0604020202020204"/>
              <a:cs typeface="Arial" panose="020B0604020202020204"/>
            </a:endParaRPr>
          </a:p>
          <a:p>
            <a:endParaRPr lang="zh-CN" altLang="en-US" dirty="0"/>
          </a:p>
        </p:txBody>
      </p:sp>
      <p:graphicFrame>
        <p:nvGraphicFramePr>
          <p:cNvPr id="5" name="表格 4"/>
          <p:cNvGraphicFramePr>
            <a:graphicFrameLocks noGrp="1"/>
          </p:cNvGraphicFramePr>
          <p:nvPr/>
        </p:nvGraphicFramePr>
        <p:xfrm>
          <a:off x="709126" y="1635927"/>
          <a:ext cx="6038976" cy="4958048"/>
        </p:xfrm>
        <a:graphic>
          <a:graphicData uri="http://schemas.openxmlformats.org/drawingml/2006/table">
            <a:tbl>
              <a:tblPr firstRow="1" bandRow="1">
                <a:tableStyleId>{F2DE63D5-997A-4646-A377-4702673A728D}</a:tableStyleId>
              </a:tblPr>
              <a:tblGrid>
                <a:gridCol w="1456103"/>
                <a:gridCol w="2569881"/>
                <a:gridCol w="2012992"/>
              </a:tblGrid>
              <a:tr h="619756">
                <a:tc>
                  <a:txBody>
                    <a:bodyPr/>
                    <a:lstStyle/>
                    <a:p>
                      <a:pPr algn="ctr"/>
                      <a:r>
                        <a:rPr lang="zh-CN" altLang="en-US" dirty="0"/>
                        <a:t>请求方法</a:t>
                      </a:r>
                      <a:endParaRPr lang="zh-CN" altLang="en-US" dirty="0"/>
                    </a:p>
                  </a:txBody>
                  <a:tcPr anchor="ctr"/>
                </a:tc>
                <a:tc>
                  <a:txBody>
                    <a:bodyPr/>
                    <a:lstStyle/>
                    <a:p>
                      <a:pPr algn="ctr"/>
                      <a:r>
                        <a:rPr lang="zh-CN" altLang="en-US" dirty="0"/>
                        <a:t>接口路径</a:t>
                      </a:r>
                      <a:endParaRPr lang="zh-CN" altLang="en-US" dirty="0"/>
                    </a:p>
                  </a:txBody>
                  <a:tcPr anchor="ctr"/>
                </a:tc>
                <a:tc>
                  <a:txBody>
                    <a:bodyPr/>
                    <a:lstStyle/>
                    <a:p>
                      <a:pPr algn="ctr"/>
                      <a:r>
                        <a:rPr lang="zh-CN" altLang="en-US" dirty="0"/>
                        <a:t>功能说明</a:t>
                      </a:r>
                      <a:endParaRPr lang="zh-CN" altLang="en-US" dirty="0"/>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algn="ctr"/>
                      <a:r>
                        <a:rPr lang="en-US" altLang="zh-CN" sz="1600" kern="1200" dirty="0">
                          <a:solidFill>
                            <a:srgbClr val="3A4A5F"/>
                          </a:solidFill>
                          <a:latin typeface="+mn-lt"/>
                          <a:ea typeface="+mn-ea"/>
                          <a:cs typeface="+mn-cs"/>
                        </a:rPr>
                        <a:t>/</a:t>
                      </a:r>
                      <a:r>
                        <a:rPr lang="en-US" altLang="zh-CN" sz="1600" kern="1200" dirty="0" err="1">
                          <a:solidFill>
                            <a:srgbClr val="3A4A5F"/>
                          </a:solidFill>
                          <a:latin typeface="+mn-lt"/>
                          <a:ea typeface="+mn-ea"/>
                          <a:cs typeface="+mn-cs"/>
                        </a:rPr>
                        <a:t>api</a:t>
                      </a:r>
                      <a:r>
                        <a:rPr lang="en-US" altLang="zh-CN" sz="1600" kern="1200" dirty="0">
                          <a:solidFill>
                            <a:srgbClr val="3A4A5F"/>
                          </a:solidFill>
                          <a:latin typeface="+mn-lt"/>
                          <a:ea typeface="+mn-ea"/>
                          <a:cs typeface="+mn-cs"/>
                        </a:rPr>
                        <a:t>/prompts </a:t>
                      </a:r>
                      <a:endParaRPr lang="zh-CN" altLang="en-US" sz="1600" kern="1200" dirty="0">
                        <a:solidFill>
                          <a:srgbClr val="3A4A5F"/>
                        </a:solidFill>
                        <a:latin typeface="+mn-lt"/>
                        <a:ea typeface="+mn-ea"/>
                        <a:cs typeface="+mn-cs"/>
                      </a:endParaRPr>
                    </a:p>
                  </a:txBody>
                  <a:tcPr anchor="ctr"/>
                </a:tc>
                <a:tc>
                  <a:txBody>
                    <a:bodyPr/>
                    <a:lstStyle/>
                    <a:p>
                      <a:pPr algn="ctr"/>
                      <a:r>
                        <a:rPr lang="zh-CN" altLang="en-US" sz="1600" dirty="0">
                          <a:solidFill>
                            <a:schemeClr val="tx1"/>
                          </a:solidFill>
                          <a:latin typeface="+mn-lt"/>
                        </a:rPr>
                        <a:t>分页</a:t>
                      </a:r>
                      <a:r>
                        <a:rPr lang="en-US" altLang="zh-CN" sz="1600" dirty="0">
                          <a:solidFill>
                            <a:schemeClr val="tx1"/>
                          </a:solidFill>
                          <a:latin typeface="+mn-lt"/>
                        </a:rPr>
                        <a:t>/</a:t>
                      </a:r>
                      <a:r>
                        <a:rPr lang="zh-CN" altLang="en-US" sz="1600" dirty="0">
                          <a:solidFill>
                            <a:schemeClr val="tx1"/>
                          </a:solidFill>
                          <a:latin typeface="+mn-lt"/>
                        </a:rPr>
                        <a:t>检索</a:t>
                      </a:r>
                      <a:r>
                        <a:rPr lang="en-US" altLang="zh-CN" sz="1600" dirty="0">
                          <a:solidFill>
                            <a:schemeClr val="tx1"/>
                          </a:solidFill>
                          <a:latin typeface="+mn-lt"/>
                        </a:rPr>
                        <a:t>Prompt</a:t>
                      </a:r>
                      <a:r>
                        <a:rPr lang="zh-CN" altLang="en-US" sz="1600" dirty="0">
                          <a:solidFill>
                            <a:schemeClr val="tx1"/>
                          </a:solidFill>
                          <a:latin typeface="+mn-lt"/>
                        </a:rPr>
                        <a:t>列表</a:t>
                      </a:r>
                      <a:endParaRPr lang="zh-CN" altLang="en-US" sz="1600" dirty="0">
                        <a:solidFill>
                          <a:schemeClr val="tx1"/>
                        </a:solidFill>
                        <a:latin typeface="+mn-lt"/>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algn="ctr"/>
                      <a:r>
                        <a:rPr lang="en-US" altLang="zh-CN" sz="1600" dirty="0">
                          <a:solidFill>
                            <a:srgbClr val="3A4A5F"/>
                          </a:solidFill>
                          <a:latin typeface="+mn-lt"/>
                        </a:rPr>
                        <a:t>/</a:t>
                      </a:r>
                      <a:r>
                        <a:rPr lang="en-US" altLang="zh-CN" sz="1600" dirty="0" err="1">
                          <a:solidFill>
                            <a:srgbClr val="3A4A5F"/>
                          </a:solidFill>
                          <a:latin typeface="+mn-lt"/>
                        </a:rPr>
                        <a:t>api</a:t>
                      </a:r>
                      <a:r>
                        <a:rPr lang="en-US" altLang="zh-CN" sz="1600" dirty="0">
                          <a:solidFill>
                            <a:srgbClr val="3A4A5F"/>
                          </a:solidFill>
                          <a:latin typeface="+mn-lt"/>
                        </a:rPr>
                        <a:t>/prompts/{id} </a:t>
                      </a:r>
                      <a:endParaRPr lang="zh-CN" altLang="en-US" sz="1600" dirty="0">
                        <a:latin typeface="+mn-lt"/>
                      </a:endParaRPr>
                    </a:p>
                  </a:txBody>
                  <a:tcPr anchor="ctr"/>
                </a:tc>
                <a:tc>
                  <a:txBody>
                    <a:bodyPr/>
                    <a:lstStyle/>
                    <a:p>
                      <a:pPr algn="ctr"/>
                      <a:r>
                        <a:rPr lang="zh-CN" altLang="en-US" sz="1600" kern="1200" dirty="0">
                          <a:solidFill>
                            <a:schemeClr val="tx1"/>
                          </a:solidFill>
                          <a:latin typeface="+mn-lt"/>
                        </a:rPr>
                        <a:t>查看单个 </a:t>
                      </a:r>
                      <a:r>
                        <a:rPr lang="en-US" altLang="zh-CN" sz="1600" kern="1200" dirty="0">
                          <a:solidFill>
                            <a:schemeClr val="tx1"/>
                          </a:solidFill>
                          <a:latin typeface="+mn-lt"/>
                        </a:rPr>
                        <a:t>Prompt </a:t>
                      </a:r>
                      <a:r>
                        <a:rPr lang="zh-CN" altLang="en-US" sz="1600" kern="1200" dirty="0">
                          <a:solidFill>
                            <a:schemeClr val="tx1"/>
                          </a:solidFill>
                          <a:latin typeface="+mn-lt"/>
                        </a:rPr>
                        <a:t>详情</a:t>
                      </a:r>
                      <a:endParaRPr lang="zh-CN" altLang="en-US" sz="1600" kern="1200" dirty="0">
                        <a:solidFill>
                          <a:schemeClr val="tx1"/>
                        </a:solidFill>
                        <a:latin typeface="+mn-lt"/>
                        <a:ea typeface="+mn-ea"/>
                        <a:cs typeface="+mn-cs"/>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marL="0" algn="ctr" defTabSz="914400"/>
                      <a:r>
                        <a:rPr lang="en-US" altLang="zh-CN" sz="1600" kern="1200" dirty="0">
                          <a:solidFill>
                            <a:srgbClr val="3A4A5F"/>
                          </a:solidFill>
                          <a:latin typeface="+mn-lt"/>
                          <a:ea typeface="+mn-ea"/>
                          <a:cs typeface="+mn-cs"/>
                        </a:rPr>
                        <a:t>/</a:t>
                      </a:r>
                      <a:r>
                        <a:rPr lang="en-US" altLang="zh-CN" sz="1600" kern="1200" dirty="0" err="1">
                          <a:solidFill>
                            <a:srgbClr val="3A4A5F"/>
                          </a:solidFill>
                          <a:latin typeface="+mn-lt"/>
                          <a:ea typeface="+mn-ea"/>
                          <a:cs typeface="+mn-cs"/>
                        </a:rPr>
                        <a:t>api</a:t>
                      </a:r>
                      <a:r>
                        <a:rPr lang="en-US" altLang="zh-CN" sz="1600" kern="1200" dirty="0">
                          <a:solidFill>
                            <a:srgbClr val="3A4A5F"/>
                          </a:solidFill>
                          <a:latin typeface="+mn-lt"/>
                          <a:ea typeface="+mn-ea"/>
                          <a:cs typeface="+mn-cs"/>
                        </a:rPr>
                        <a:t>/prompts </a:t>
                      </a:r>
                      <a:endParaRPr lang="zh-CN" altLang="en-US" sz="1600" kern="1200" dirty="0">
                        <a:solidFill>
                          <a:srgbClr val="3A4A5F"/>
                        </a:solidFill>
                        <a:latin typeface="+mn-lt"/>
                        <a:ea typeface="+mn-ea"/>
                        <a:cs typeface="+mn-cs"/>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创建新 </a:t>
                      </a:r>
                      <a:r>
                        <a:rPr lang="en-US" altLang="zh-CN" sz="1600" dirty="0">
                          <a:solidFill>
                            <a:schemeClr val="tx1"/>
                          </a:solidFill>
                          <a:latin typeface="+mn-lt"/>
                          <a:ea typeface="Arial" panose="020B0604020202020204"/>
                          <a:cs typeface="Arial" panose="020B0604020202020204"/>
                        </a:rPr>
                        <a:t>Prompt</a:t>
                      </a:r>
                      <a:endParaRPr lang="zh-CN" altLang="en-US" sz="1600" dirty="0">
                        <a:solidFill>
                          <a:schemeClr val="tx1"/>
                        </a:solidFill>
                        <a:latin typeface="+mn-lt"/>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00B0F0"/>
                          </a:solidFill>
                        </a:rPr>
                        <a:t>PUT</a:t>
                      </a:r>
                      <a:endParaRPr lang="en-US" altLang="zh-CN" b="1" dirty="0">
                        <a:solidFill>
                          <a:srgbClr val="00B0F0"/>
                        </a:solidFill>
                      </a:endParaRPr>
                    </a:p>
                  </a:txBody>
                  <a:tcPr anchor="ctr"/>
                </a:tc>
                <a:tc>
                  <a:txBody>
                    <a:bodyPr/>
                    <a:lstStyle/>
                    <a:p>
                      <a:pPr marL="0" algn="ctr" defTabSz="914400"/>
                      <a:r>
                        <a:rPr lang="en-US" altLang="zh-CN" sz="1600" kern="1200" dirty="0">
                          <a:solidFill>
                            <a:srgbClr val="3A4A5F"/>
                          </a:solidFill>
                          <a:latin typeface="+mn-lt"/>
                          <a:ea typeface="+mn-ea"/>
                          <a:cs typeface="+mn-cs"/>
                        </a:rPr>
                        <a:t>/</a:t>
                      </a:r>
                      <a:r>
                        <a:rPr lang="en-US" altLang="zh-CN" sz="1600" kern="1200" dirty="0" err="1">
                          <a:solidFill>
                            <a:srgbClr val="3A4A5F"/>
                          </a:solidFill>
                          <a:latin typeface="+mn-lt"/>
                          <a:ea typeface="+mn-ea"/>
                          <a:cs typeface="+mn-cs"/>
                        </a:rPr>
                        <a:t>api</a:t>
                      </a:r>
                      <a:r>
                        <a:rPr lang="en-US" altLang="zh-CN" sz="1600" kern="1200" dirty="0">
                          <a:solidFill>
                            <a:srgbClr val="3A4A5F"/>
                          </a:solidFill>
                          <a:latin typeface="+mn-lt"/>
                          <a:ea typeface="+mn-ea"/>
                          <a:cs typeface="+mn-cs"/>
                        </a:rPr>
                        <a:t>/prompts/{id} </a:t>
                      </a:r>
                      <a:endParaRPr lang="zh-CN" altLang="en-US" sz="1600" kern="1200" dirty="0">
                        <a:solidFill>
                          <a:srgbClr val="3A4A5F"/>
                        </a:solidFill>
                        <a:latin typeface="+mn-lt"/>
                        <a:ea typeface="+mn-ea"/>
                        <a:cs typeface="+mn-cs"/>
                      </a:endParaRPr>
                    </a:p>
                  </a:txBody>
                  <a:tcPr anchor="ctr"/>
                </a:tc>
                <a:tc>
                  <a:txBody>
                    <a:bodyPr/>
                    <a:lstStyle/>
                    <a:p>
                      <a:pPr marL="0" algn="ctr" defTabSz="914400"/>
                      <a:r>
                        <a:rPr lang="zh-CN" altLang="en-US" sz="1600" kern="1200" dirty="0">
                          <a:solidFill>
                            <a:schemeClr val="tx1"/>
                          </a:solidFill>
                          <a:latin typeface="+mn-lt"/>
                          <a:ea typeface="+mn-ea"/>
                          <a:cs typeface="+mn-cs"/>
                        </a:rPr>
                        <a:t>更新 </a:t>
                      </a:r>
                      <a:r>
                        <a:rPr lang="en-US" altLang="zh-CN" sz="1600" kern="1200" dirty="0">
                          <a:solidFill>
                            <a:schemeClr val="tx1"/>
                          </a:solidFill>
                          <a:latin typeface="+mn-lt"/>
                          <a:ea typeface="+mn-ea"/>
                          <a:cs typeface="+mn-cs"/>
                        </a:rPr>
                        <a:t>Prompt </a:t>
                      </a:r>
                      <a:r>
                        <a:rPr lang="zh-CN" altLang="en-US" sz="1600" kern="1200" dirty="0">
                          <a:solidFill>
                            <a:schemeClr val="tx1"/>
                          </a:solidFill>
                          <a:latin typeface="+mn-lt"/>
                          <a:ea typeface="+mn-ea"/>
                          <a:cs typeface="+mn-cs"/>
                        </a:rPr>
                        <a:t>内容</a:t>
                      </a:r>
                      <a:endParaRPr lang="zh-CN" altLang="en-US" sz="1600" kern="1200" dirty="0">
                        <a:solidFill>
                          <a:schemeClr val="tx1"/>
                        </a:solidFill>
                        <a:latin typeface="+mn-lt"/>
                        <a:ea typeface="+mn-ea"/>
                        <a:cs typeface="+mn-cs"/>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chemeClr val="accent1">
                              <a:lumMod val="60000"/>
                              <a:lumOff val="40000"/>
                            </a:schemeClr>
                          </a:solidFill>
                        </a:rPr>
                        <a:t>DELETE</a:t>
                      </a:r>
                      <a:endParaRPr lang="zh-CN" altLang="en-US" b="1" dirty="0">
                        <a:solidFill>
                          <a:schemeClr val="accent1">
                            <a:lumMod val="60000"/>
                            <a:lumOff val="40000"/>
                          </a:schemeClr>
                        </a:solidFill>
                      </a:endParaRPr>
                    </a:p>
                  </a:txBody>
                  <a:tcPr anchor="ctr"/>
                </a:tc>
                <a:tc>
                  <a:txBody>
                    <a:bodyPr/>
                    <a:lstStyle/>
                    <a:p>
                      <a:pPr algn="ctr"/>
                      <a:r>
                        <a:rPr lang="en-US" altLang="zh-CN" sz="1600" dirty="0">
                          <a:solidFill>
                            <a:srgbClr val="505E71"/>
                          </a:solidFill>
                          <a:latin typeface="+mn-lt"/>
                          <a:ea typeface="Arial" panose="020B0604020202020204"/>
                          <a:cs typeface="Arial" panose="020B0604020202020204"/>
                        </a:rPr>
                        <a:t>/</a:t>
                      </a:r>
                      <a:r>
                        <a:rPr lang="en-US" altLang="zh-CN" sz="1600" dirty="0" err="1">
                          <a:solidFill>
                            <a:srgbClr val="505E71"/>
                          </a:solidFill>
                          <a:latin typeface="+mn-lt"/>
                          <a:ea typeface="Arial" panose="020B0604020202020204"/>
                          <a:cs typeface="Arial" panose="020B0604020202020204"/>
                        </a:rPr>
                        <a:t>api</a:t>
                      </a:r>
                      <a:r>
                        <a:rPr lang="en-US" altLang="zh-CN" sz="1600" dirty="0">
                          <a:solidFill>
                            <a:srgbClr val="505E71"/>
                          </a:solidFill>
                          <a:latin typeface="+mn-lt"/>
                          <a:ea typeface="Arial" panose="020B0604020202020204"/>
                          <a:cs typeface="Arial" panose="020B0604020202020204"/>
                        </a:rPr>
                        <a:t>/prompts/{id} </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删除 </a:t>
                      </a:r>
                      <a:r>
                        <a:rPr lang="en-US" altLang="zh-CN" sz="1600" dirty="0">
                          <a:solidFill>
                            <a:schemeClr val="tx1"/>
                          </a:solidFill>
                          <a:latin typeface="+mn-lt"/>
                          <a:ea typeface="Arial" panose="020B0604020202020204"/>
                          <a:cs typeface="Arial" panose="020B0604020202020204"/>
                        </a:rPr>
                        <a:t>Prompt</a:t>
                      </a:r>
                      <a:endParaRPr lang="zh-CN" altLang="en-US" sz="1600" dirty="0">
                        <a:solidFill>
                          <a:schemeClr val="tx1"/>
                        </a:solidFill>
                        <a:latin typeface="+mn-lt"/>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dirty="0">
                          <a:solidFill>
                            <a:srgbClr val="505E71"/>
                          </a:solidFill>
                          <a:latin typeface="+mn-lt"/>
                        </a:rPr>
                        <a:t>/</a:t>
                      </a:r>
                      <a:r>
                        <a:rPr lang="en-US" altLang="zh-CN" sz="1600" dirty="0" err="1">
                          <a:solidFill>
                            <a:srgbClr val="505E71"/>
                          </a:solidFill>
                          <a:latin typeface="+mn-lt"/>
                        </a:rPr>
                        <a:t>api</a:t>
                      </a:r>
                      <a:r>
                        <a:rPr lang="en-US" altLang="zh-CN" sz="1600" dirty="0">
                          <a:solidFill>
                            <a:srgbClr val="505E71"/>
                          </a:solidFill>
                          <a:latin typeface="+mn-lt"/>
                        </a:rPr>
                        <a:t>/prompts/render</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rPr>
                        <a:t>设置 </a:t>
                      </a:r>
                      <a:r>
                        <a:rPr lang="en-US" altLang="zh-CN" sz="1600" dirty="0">
                          <a:solidFill>
                            <a:schemeClr val="tx1"/>
                          </a:solidFill>
                          <a:latin typeface="+mn-lt"/>
                        </a:rPr>
                        <a:t>Prompt </a:t>
                      </a:r>
                      <a:r>
                        <a:rPr lang="zh-CN" altLang="en-US" sz="1600" dirty="0">
                          <a:solidFill>
                            <a:schemeClr val="tx1"/>
                          </a:solidFill>
                          <a:latin typeface="+mn-lt"/>
                        </a:rPr>
                        <a:t>参数值并预览渲染结果</a:t>
                      </a:r>
                      <a:endParaRPr lang="zh-CN" altLang="en-US" sz="1600" dirty="0">
                        <a:solidFill>
                          <a:schemeClr val="tx1"/>
                        </a:solidFill>
                        <a:latin typeface="+mn-lt"/>
                      </a:endParaRPr>
                    </a:p>
                  </a:txBody>
                  <a:tcPr anchor="ctr"/>
                </a:tc>
              </a:tr>
              <a:tr h="619756">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00B0F0"/>
                          </a:solidFill>
                        </a:rPr>
                        <a:t>PUT</a:t>
                      </a:r>
                      <a:endParaRPr lang="en-US" altLang="zh-CN" b="1" dirty="0">
                        <a:solidFill>
                          <a:srgbClr val="00B0F0"/>
                        </a:solidFill>
                      </a:endParaRPr>
                    </a:p>
                  </a:txBody>
                  <a:tcPr anchor="ctr"/>
                </a:tc>
                <a:tc>
                  <a:txBody>
                    <a:bodyPr/>
                    <a:lstStyle/>
                    <a:p>
                      <a:pPr algn="ctr"/>
                      <a:r>
                        <a:rPr lang="en-US" altLang="zh-CN" sz="1600" dirty="0">
                          <a:solidFill>
                            <a:srgbClr val="505E71"/>
                          </a:solidFill>
                          <a:latin typeface="+mn-lt"/>
                        </a:rPr>
                        <a:t>/</a:t>
                      </a:r>
                      <a:r>
                        <a:rPr lang="en-US" altLang="zh-CN" sz="1600" dirty="0" err="1">
                          <a:solidFill>
                            <a:srgbClr val="505E71"/>
                          </a:solidFill>
                          <a:latin typeface="+mn-lt"/>
                        </a:rPr>
                        <a:t>api</a:t>
                      </a:r>
                      <a:r>
                        <a:rPr lang="en-US" altLang="zh-CN" sz="1600" dirty="0">
                          <a:solidFill>
                            <a:srgbClr val="505E71"/>
                          </a:solidFill>
                          <a:latin typeface="+mn-lt"/>
                        </a:rPr>
                        <a:t>/prompts</a:t>
                      </a:r>
                      <a:r>
                        <a:rPr lang="en-US" altLang="zh-CN" sz="1600" dirty="0">
                          <a:solidFill>
                            <a:srgbClr val="505E71"/>
                          </a:solidFill>
                          <a:latin typeface="+mn-lt"/>
                          <a:ea typeface="Arial" panose="020B0604020202020204"/>
                          <a:cs typeface="Arial" panose="020B0604020202020204"/>
                        </a:rPr>
                        <a:t>/{id} </a:t>
                      </a:r>
                      <a:r>
                        <a:rPr lang="en-US" altLang="zh-CN" sz="1600" dirty="0">
                          <a:solidFill>
                            <a:srgbClr val="505E71"/>
                          </a:solidFill>
                          <a:latin typeface="+mn-lt"/>
                        </a:rPr>
                        <a:t>/tags</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rPr>
                        <a:t>为 </a:t>
                      </a:r>
                      <a:r>
                        <a:rPr lang="en-US" altLang="zh-CN" sz="1600" dirty="0">
                          <a:solidFill>
                            <a:schemeClr val="tx1"/>
                          </a:solidFill>
                          <a:latin typeface="+mn-lt"/>
                        </a:rPr>
                        <a:t>Prompt </a:t>
                      </a:r>
                      <a:r>
                        <a:rPr lang="zh-CN" altLang="en-US" sz="1600" dirty="0">
                          <a:solidFill>
                            <a:schemeClr val="tx1"/>
                          </a:solidFill>
                          <a:latin typeface="+mn-lt"/>
                        </a:rPr>
                        <a:t>添加或更新标签</a:t>
                      </a:r>
                      <a:endParaRPr lang="zh-CN" altLang="en-US" sz="1600" dirty="0">
                        <a:solidFill>
                          <a:schemeClr val="tx1"/>
                        </a:solidFill>
                        <a:latin typeface="+mn-lt"/>
                      </a:endParaRPr>
                    </a:p>
                  </a:txBody>
                  <a:tcPr anchor="ctr"/>
                </a:tc>
              </a:tr>
            </a:tbl>
          </a:graphicData>
        </a:graphic>
      </p:graphicFrame>
      <p:sp>
        <p:nvSpPr>
          <p:cNvPr id="7" name="文本框 6"/>
          <p:cNvSpPr txBox="1"/>
          <p:nvPr/>
        </p:nvSpPr>
        <p:spPr>
          <a:xfrm>
            <a:off x="7576461" y="1789549"/>
            <a:ext cx="3769567" cy="2092881"/>
          </a:xfrm>
          <a:prstGeom prst="rect">
            <a:avLst/>
          </a:prstGeom>
          <a:noFill/>
        </p:spPr>
        <p:txBody>
          <a:bodyPr wrap="square" rtlCol="0">
            <a:spAutoFit/>
          </a:bodyPr>
          <a:lstStyle/>
          <a:p>
            <a:pPr algn="ctr"/>
            <a:r>
              <a:rPr lang="zh-CN" altLang="en-US" sz="1800" b="1" dirty="0">
                <a:solidFill>
                  <a:srgbClr val="005BAC"/>
                </a:solidFill>
                <a:latin typeface="Arial" panose="020B0604020202020204"/>
                <a:ea typeface="Arial" panose="020B0604020202020204"/>
                <a:cs typeface="Arial" panose="020B0604020202020204"/>
              </a:rPr>
              <a:t>接口目标</a:t>
            </a:r>
            <a:endParaRPr lang="en-US" altLang="zh-CN"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ea typeface="Arial" panose="020B0604020202020204"/>
                <a:cs typeface="Arial" panose="020B0604020202020204"/>
              </a:rPr>
              <a:t> 支持标题、描述、</a:t>
            </a:r>
            <a:r>
              <a:rPr lang="en-US" altLang="zh-CN" sz="1600" dirty="0">
                <a:solidFill>
                  <a:srgbClr val="273444"/>
                </a:solidFill>
                <a:latin typeface="Arial" panose="020B0604020202020204"/>
                <a:ea typeface="Arial" panose="020B0604020202020204"/>
                <a:cs typeface="Arial" panose="020B0604020202020204"/>
              </a:rPr>
              <a:t>system prompt</a:t>
            </a:r>
            <a:r>
              <a:rPr lang="zh-CN" altLang="en-US" sz="1600" dirty="0">
                <a:solidFill>
                  <a:srgbClr val="273444"/>
                </a:solidFill>
                <a:latin typeface="Arial" panose="020B0604020202020204"/>
                <a:ea typeface="Arial" panose="020B0604020202020204"/>
                <a:cs typeface="Arial" panose="020B0604020202020204"/>
              </a:rPr>
              <a:t>、</a:t>
            </a:r>
            <a:r>
              <a:rPr lang="en-US" altLang="zh-CN" sz="1600" dirty="0">
                <a:solidFill>
                  <a:srgbClr val="273444"/>
                </a:solidFill>
                <a:latin typeface="Arial" panose="020B0604020202020204"/>
                <a:ea typeface="Arial" panose="020B0604020202020204"/>
                <a:cs typeface="Arial" panose="020B0604020202020204"/>
              </a:rPr>
              <a:t>user prompt</a:t>
            </a:r>
            <a:r>
              <a:rPr lang="zh-CN" altLang="en-US" sz="1600" dirty="0">
                <a:solidFill>
                  <a:srgbClr val="273444"/>
                </a:solidFill>
                <a:latin typeface="Arial" panose="020B0604020202020204"/>
                <a:ea typeface="Arial" panose="020B0604020202020204"/>
                <a:cs typeface="Arial" panose="020B0604020202020204"/>
              </a:rPr>
              <a:t>、 标签与变量定义的统一管理。</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ea typeface="Arial" panose="020B0604020202020204"/>
                <a:cs typeface="Arial" panose="020B0604020202020204"/>
              </a:rPr>
              <a:t> 通过列表 </a:t>
            </a:r>
            <a:r>
              <a:rPr lang="en-US" altLang="zh-CN" sz="1600" dirty="0">
                <a:solidFill>
                  <a:srgbClr val="273444"/>
                </a:solidFill>
                <a:latin typeface="Arial" panose="020B0604020202020204"/>
                <a:ea typeface="Arial" panose="020B0604020202020204"/>
                <a:cs typeface="Arial" panose="020B0604020202020204"/>
              </a:rPr>
              <a:t>/ </a:t>
            </a:r>
            <a:r>
              <a:rPr lang="zh-CN" altLang="en-US" sz="1600" dirty="0">
                <a:solidFill>
                  <a:srgbClr val="273444"/>
                </a:solidFill>
                <a:latin typeface="Arial" panose="020B0604020202020204"/>
                <a:ea typeface="Arial" panose="020B0604020202020204"/>
                <a:cs typeface="Arial" panose="020B0604020202020204"/>
              </a:rPr>
              <a:t>详情分离减少无关字段返回，提升前端加载效率。</a:t>
            </a:r>
            <a:endParaRPr lang="en-US" altLang="zh-CN"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ea typeface="Arial" panose="020B0604020202020204"/>
                <a:cs typeface="Arial" panose="020B0604020202020204"/>
              </a:rPr>
              <a:t> 为版本管理、社区分享和 </a:t>
            </a:r>
            <a:r>
              <a:rPr lang="en-US" altLang="zh-CN" sz="1600" dirty="0">
                <a:solidFill>
                  <a:srgbClr val="273444"/>
                </a:solidFill>
                <a:latin typeface="Arial" panose="020B0604020202020204"/>
                <a:ea typeface="Arial" panose="020B0604020202020204"/>
                <a:cs typeface="Arial" panose="020B0604020202020204"/>
              </a:rPr>
              <a:t>AI </a:t>
            </a:r>
            <a:r>
              <a:rPr lang="zh-CN" altLang="en-US" sz="1600" dirty="0">
                <a:solidFill>
                  <a:srgbClr val="273444"/>
                </a:solidFill>
                <a:latin typeface="Arial" panose="020B0604020202020204"/>
                <a:ea typeface="Arial" panose="020B0604020202020204"/>
                <a:cs typeface="Arial" panose="020B0604020202020204"/>
              </a:rPr>
              <a:t>调用提供稳定的数据来源。</a:t>
            </a:r>
            <a:endParaRPr lang="zh-CN" altLang="en-US" sz="1600" dirty="0">
              <a:solidFill>
                <a:srgbClr val="273444"/>
              </a:solidFill>
              <a:latin typeface="Arial" panose="020B0604020202020204"/>
              <a:ea typeface="Arial" panose="020B0604020202020204"/>
              <a:cs typeface="Arial" panose="020B0604020202020204"/>
            </a:endParaRPr>
          </a:p>
        </p:txBody>
      </p:sp>
      <p:sp>
        <p:nvSpPr>
          <p:cNvPr id="8" name="文本框 7"/>
          <p:cNvSpPr txBox="1"/>
          <p:nvPr/>
        </p:nvSpPr>
        <p:spPr>
          <a:xfrm>
            <a:off x="7576461" y="4394624"/>
            <a:ext cx="3769567" cy="1846659"/>
          </a:xfrm>
          <a:prstGeom prst="rect">
            <a:avLst/>
          </a:prstGeom>
          <a:noFill/>
        </p:spPr>
        <p:txBody>
          <a:bodyPr wrap="square" rtlCol="0">
            <a:spAutoFit/>
          </a:bodyPr>
          <a:lstStyle/>
          <a:p>
            <a:pPr algn="ctr">
              <a:defRPr sz="1350" b="1">
                <a:solidFill>
                  <a:srgbClr val="005BAC"/>
                </a:solidFill>
                <a:latin typeface="Arial" panose="020B0604020202020204"/>
                <a:ea typeface="Arial" panose="020B0604020202020204"/>
                <a:cs typeface="Arial" panose="020B0604020202020204"/>
              </a:defRPr>
            </a:pPr>
            <a:r>
              <a:rPr lang="zh-CN" altLang="en-US" sz="1800" b="1" dirty="0">
                <a:solidFill>
                  <a:srgbClr val="005BAC"/>
                </a:solidFill>
                <a:latin typeface="Arial" panose="020B0604020202020204"/>
                <a:ea typeface="Arial" panose="020B0604020202020204"/>
                <a:cs typeface="Arial" panose="020B0604020202020204"/>
              </a:rPr>
              <a:t>设计要点</a:t>
            </a:r>
            <a:endParaRPr lang="zh-CN" altLang="en-US" sz="1800" b="1" dirty="0">
              <a:solidFill>
                <a:srgbClr val="005BAC"/>
              </a:solidFill>
              <a:latin typeface="Arial" panose="020B0604020202020204"/>
              <a:ea typeface="Arial" panose="020B0604020202020204"/>
              <a:cs typeface="Arial" panose="020B0604020202020204"/>
            </a:endParaRPr>
          </a:p>
          <a:p>
            <a:pPr marL="285750" indent="-285750" algn="just">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 列表接口仅返回摘要信息，避免在列表中直接携带完整提示词正文。</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lgn="just">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 更新接口与变量、标签等结构化字段协同，便于后续扩展多类型 </a:t>
            </a:r>
            <a:r>
              <a:rPr lang="en-US" altLang="zh-CN" sz="1600" dirty="0">
                <a:solidFill>
                  <a:srgbClr val="273444"/>
                </a:solidFill>
                <a:latin typeface="Arial" panose="020B0604020202020204"/>
                <a:ea typeface="Arial" panose="020B0604020202020204"/>
                <a:cs typeface="Arial" panose="020B0604020202020204"/>
              </a:rPr>
              <a:t>Prompt</a:t>
            </a:r>
            <a:r>
              <a:rPr lang="zh-CN" altLang="en-US" sz="1600" dirty="0">
                <a:solidFill>
                  <a:srgbClr val="273444"/>
                </a:solidFill>
                <a:latin typeface="Arial" panose="020B0604020202020204"/>
                <a:ea typeface="Arial" panose="020B0604020202020204"/>
                <a:cs typeface="Arial" panose="020B0604020202020204"/>
              </a:rPr>
              <a:t>。</a:t>
            </a: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3.2 </a:t>
            </a:r>
            <a:r>
              <a:rPr lang="zh-CN" altLang="en-US" dirty="0">
                <a:latin typeface="黑体" panose="02010609060101010101" charset="-122"/>
                <a:ea typeface="黑体" panose="02010609060101010101" charset="-122"/>
              </a:rPr>
              <a:t>各模块接口</a:t>
            </a:r>
            <a:r>
              <a:rPr dirty="0">
                <a:latin typeface="黑体" panose="02010609060101010101" charset="-122"/>
                <a:ea typeface="黑体" panose="02010609060101010101" charset="-122"/>
              </a:rPr>
              <a:t>设计</a:t>
            </a:r>
            <a:r>
              <a:rPr lang="en-US" dirty="0">
                <a:latin typeface="黑体" panose="02010609060101010101" charset="-122"/>
              </a:rPr>
              <a:t>--</a:t>
            </a:r>
            <a:r>
              <a:rPr lang="en-US" altLang="zh-CN" b="0" dirty="0"/>
              <a:t>Prompt </a:t>
            </a:r>
            <a:r>
              <a:rPr lang="zh-CN" altLang="en-US" b="0" dirty="0"/>
              <a:t>版本管理模块</a:t>
            </a:r>
            <a:endParaRPr b="0" dirty="0">
              <a:latin typeface="黑体" panose="02010609060101010101" charset="-122"/>
              <a:ea typeface="黑体" panose="02010609060101010101" charset="-122"/>
            </a:endParaRPr>
          </a:p>
        </p:txBody>
      </p:sp>
      <p:sp>
        <p:nvSpPr>
          <p:cNvPr id="5" name="文本框 4"/>
          <p:cNvSpPr txBox="1"/>
          <p:nvPr/>
        </p:nvSpPr>
        <p:spPr>
          <a:xfrm>
            <a:off x="578497" y="1053538"/>
            <a:ext cx="8602825" cy="646331"/>
          </a:xfrm>
          <a:prstGeom prst="rect">
            <a:avLst/>
          </a:prstGeom>
          <a:noFill/>
        </p:spPr>
        <p:txBody>
          <a:bodyPr wrap="square" rtlCol="0">
            <a:spAutoFit/>
          </a:bodyPr>
          <a:lstStyle/>
          <a:p>
            <a:pPr>
              <a:defRPr sz="1500">
                <a:solidFill>
                  <a:srgbClr val="5F6B7A"/>
                </a:solidFill>
                <a:latin typeface="Arial" panose="020B0604020202020204"/>
                <a:ea typeface="Arial" panose="020B0604020202020204"/>
                <a:cs typeface="Arial" panose="020B0604020202020204"/>
              </a:defRPr>
            </a:pPr>
            <a:r>
              <a:rPr lang="zh-CN" altLang="en-US" sz="1800" dirty="0">
                <a:solidFill>
                  <a:srgbClr val="5F6B7A"/>
                </a:solidFill>
                <a:latin typeface="Arial" panose="020B0604020202020204"/>
                <a:ea typeface="Arial" panose="020B0604020202020204"/>
                <a:cs typeface="Arial" panose="020B0604020202020204"/>
              </a:rPr>
              <a:t>负责保存历史快照、比较差异并支持回滚，是保障 </a:t>
            </a:r>
            <a:r>
              <a:rPr lang="en-US" altLang="zh-CN" sz="1800" dirty="0">
                <a:solidFill>
                  <a:srgbClr val="5F6B7A"/>
                </a:solidFill>
                <a:latin typeface="Arial" panose="020B0604020202020204"/>
                <a:ea typeface="Arial" panose="020B0604020202020204"/>
                <a:cs typeface="Arial" panose="020B0604020202020204"/>
              </a:rPr>
              <a:t>Prompt </a:t>
            </a:r>
            <a:r>
              <a:rPr lang="zh-CN" altLang="en-US" sz="1800" dirty="0">
                <a:solidFill>
                  <a:srgbClr val="5F6B7A"/>
                </a:solidFill>
                <a:latin typeface="Arial" panose="020B0604020202020204"/>
                <a:ea typeface="Arial" panose="020B0604020202020204"/>
                <a:cs typeface="Arial" panose="020B0604020202020204"/>
              </a:rPr>
              <a:t>可追溯性的核心模块。</a:t>
            </a:r>
            <a:endParaRPr lang="zh-CN" altLang="en-US" sz="1800" dirty="0">
              <a:solidFill>
                <a:srgbClr val="5F6B7A"/>
              </a:solidFill>
              <a:latin typeface="Arial" panose="020B0604020202020204"/>
              <a:ea typeface="Arial" panose="020B0604020202020204"/>
              <a:cs typeface="Arial" panose="020B0604020202020204"/>
            </a:endParaRPr>
          </a:p>
          <a:p>
            <a:endParaRPr lang="zh-CN" altLang="en-US" dirty="0"/>
          </a:p>
        </p:txBody>
      </p:sp>
      <p:graphicFrame>
        <p:nvGraphicFramePr>
          <p:cNvPr id="6" name="表格 5"/>
          <p:cNvGraphicFramePr>
            <a:graphicFrameLocks noGrp="1"/>
          </p:cNvGraphicFramePr>
          <p:nvPr/>
        </p:nvGraphicFramePr>
        <p:xfrm>
          <a:off x="442913" y="1892320"/>
          <a:ext cx="6144729" cy="3984000"/>
        </p:xfrm>
        <a:graphic>
          <a:graphicData uri="http://schemas.openxmlformats.org/drawingml/2006/table">
            <a:tbl>
              <a:tblPr firstRow="1" bandRow="1">
                <a:tableStyleId>{F2DE63D5-997A-4646-A377-4702673A728D}</a:tableStyleId>
              </a:tblPr>
              <a:tblGrid>
                <a:gridCol w="1266531"/>
                <a:gridCol w="2932785"/>
                <a:gridCol w="1945413"/>
              </a:tblGrid>
              <a:tr h="664000">
                <a:tc>
                  <a:txBody>
                    <a:bodyPr/>
                    <a:lstStyle/>
                    <a:p>
                      <a:pPr algn="ctr"/>
                      <a:r>
                        <a:rPr lang="zh-CN" altLang="en-US" dirty="0"/>
                        <a:t>请求方法</a:t>
                      </a:r>
                      <a:endParaRPr lang="zh-CN" altLang="en-US" dirty="0"/>
                    </a:p>
                  </a:txBody>
                  <a:tcPr anchor="ctr"/>
                </a:tc>
                <a:tc>
                  <a:txBody>
                    <a:bodyPr/>
                    <a:lstStyle/>
                    <a:p>
                      <a:pPr algn="ctr"/>
                      <a:r>
                        <a:rPr lang="zh-CN" altLang="en-US" dirty="0"/>
                        <a:t>接口路径</a:t>
                      </a:r>
                      <a:endParaRPr lang="zh-CN" altLang="en-US" dirty="0"/>
                    </a:p>
                  </a:txBody>
                  <a:tcPr anchor="ctr"/>
                </a:tc>
                <a:tc>
                  <a:txBody>
                    <a:bodyPr/>
                    <a:lstStyle/>
                    <a:p>
                      <a:pPr algn="ctr"/>
                      <a:r>
                        <a:rPr lang="zh-CN" altLang="en-US" dirty="0"/>
                        <a:t>功能说明</a:t>
                      </a:r>
                      <a:endParaRPr lang="zh-CN" altLang="en-US" dirty="0"/>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algn="ctr"/>
                      <a:r>
                        <a:rPr lang="en-US" altLang="zh-CN" sz="1600" dirty="0">
                          <a:solidFill>
                            <a:srgbClr val="505E71"/>
                          </a:solidFill>
                          <a:latin typeface="+mn-lt"/>
                          <a:ea typeface="Arial" panose="020B0604020202020204"/>
                          <a:cs typeface="Arial" panose="020B0604020202020204"/>
                        </a:rPr>
                        <a:t>/</a:t>
                      </a:r>
                      <a:r>
                        <a:rPr lang="en-US" altLang="zh-CN" sz="1600" dirty="0" err="1">
                          <a:solidFill>
                            <a:srgbClr val="505E71"/>
                          </a:solidFill>
                          <a:latin typeface="+mn-lt"/>
                          <a:ea typeface="Arial" panose="020B0604020202020204"/>
                          <a:cs typeface="Arial" panose="020B0604020202020204"/>
                        </a:rPr>
                        <a:t>api</a:t>
                      </a:r>
                      <a:r>
                        <a:rPr lang="en-US" altLang="zh-CN" sz="1600" dirty="0">
                          <a:solidFill>
                            <a:srgbClr val="505E71"/>
                          </a:solidFill>
                          <a:latin typeface="+mn-lt"/>
                          <a:ea typeface="Arial" panose="020B0604020202020204"/>
                          <a:cs typeface="Arial" panose="020B0604020202020204"/>
                        </a:rPr>
                        <a:t>/prompts/{id}/versions </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查看历史版本列表</a:t>
                      </a:r>
                      <a:endParaRPr lang="zh-CN" altLang="en-US" sz="1600" dirty="0">
                        <a:solidFill>
                          <a:schemeClr val="tx1"/>
                        </a:solidFill>
                        <a:latin typeface="+mn-lt"/>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dirty="0">
                          <a:solidFill>
                            <a:srgbClr val="505E71"/>
                          </a:solidFill>
                          <a:latin typeface="+mn-lt"/>
                          <a:ea typeface="Arial" panose="020B0604020202020204"/>
                          <a:cs typeface="Arial" panose="020B0604020202020204"/>
                        </a:rPr>
                        <a:t>/</a:t>
                      </a:r>
                      <a:r>
                        <a:rPr lang="en-US" altLang="zh-CN" sz="1600" dirty="0" err="1">
                          <a:solidFill>
                            <a:srgbClr val="505E71"/>
                          </a:solidFill>
                          <a:latin typeface="+mn-lt"/>
                          <a:ea typeface="Arial" panose="020B0604020202020204"/>
                          <a:cs typeface="Arial" panose="020B0604020202020204"/>
                        </a:rPr>
                        <a:t>api</a:t>
                      </a:r>
                      <a:r>
                        <a:rPr lang="en-US" altLang="zh-CN" sz="1600" dirty="0">
                          <a:solidFill>
                            <a:srgbClr val="505E71"/>
                          </a:solidFill>
                          <a:latin typeface="+mn-lt"/>
                          <a:ea typeface="Arial" panose="020B0604020202020204"/>
                          <a:cs typeface="Arial" panose="020B0604020202020204"/>
                        </a:rPr>
                        <a:t>/prompts/{id}/versions </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手动创建版本快照</a:t>
                      </a:r>
                      <a:endParaRPr lang="zh-CN" altLang="en-US" sz="1600" kern="1200" dirty="0">
                        <a:solidFill>
                          <a:schemeClr val="tx1"/>
                        </a:solidFill>
                        <a:latin typeface="+mn-lt"/>
                        <a:ea typeface="+mn-ea"/>
                        <a:cs typeface="+mn-cs"/>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algn="ctr"/>
                      <a:r>
                        <a:rPr lang="fr-FR" altLang="zh-CN" sz="1600" dirty="0">
                          <a:solidFill>
                            <a:srgbClr val="505E71"/>
                          </a:solidFill>
                          <a:latin typeface="+mn-lt"/>
                          <a:ea typeface="Arial" panose="020B0604020202020204"/>
                          <a:cs typeface="Arial" panose="020B0604020202020204"/>
                        </a:rPr>
                        <a:t>/api/prompts/{id}/versions/diff </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比较两个版本差异</a:t>
                      </a:r>
                      <a:endParaRPr lang="zh-CN" altLang="en-US" sz="1600" dirty="0">
                        <a:solidFill>
                          <a:schemeClr val="tx1"/>
                        </a:solidFill>
                        <a:latin typeface="+mn-lt"/>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dirty="0">
                          <a:solidFill>
                            <a:srgbClr val="505E71"/>
                          </a:solidFill>
                          <a:latin typeface="+mn-lt"/>
                          <a:ea typeface="Arial" panose="020B0604020202020204"/>
                          <a:cs typeface="Arial" panose="020B0604020202020204"/>
                        </a:rPr>
                        <a:t>/</a:t>
                      </a:r>
                      <a:r>
                        <a:rPr lang="en-US" altLang="zh-CN" sz="1600" dirty="0" err="1">
                          <a:solidFill>
                            <a:srgbClr val="505E71"/>
                          </a:solidFill>
                          <a:latin typeface="+mn-lt"/>
                          <a:ea typeface="Arial" panose="020B0604020202020204"/>
                          <a:cs typeface="Arial" panose="020B0604020202020204"/>
                        </a:rPr>
                        <a:t>api</a:t>
                      </a:r>
                      <a:r>
                        <a:rPr lang="en-US" altLang="zh-CN" sz="1600" dirty="0">
                          <a:solidFill>
                            <a:srgbClr val="505E71"/>
                          </a:solidFill>
                          <a:latin typeface="+mn-lt"/>
                          <a:ea typeface="Arial" panose="020B0604020202020204"/>
                          <a:cs typeface="Arial" panose="020B0604020202020204"/>
                        </a:rPr>
                        <a:t>/prompts/{id}/versions/{</a:t>
                      </a:r>
                      <a:r>
                        <a:rPr lang="en-US" altLang="zh-CN" sz="1600" dirty="0" err="1">
                          <a:solidFill>
                            <a:srgbClr val="505E71"/>
                          </a:solidFill>
                          <a:latin typeface="+mn-lt"/>
                          <a:ea typeface="Arial" panose="020B0604020202020204"/>
                          <a:cs typeface="Arial" panose="020B0604020202020204"/>
                        </a:rPr>
                        <a:t>versionId</a:t>
                      </a:r>
                      <a:r>
                        <a:rPr lang="en-US" altLang="zh-CN" sz="1600" dirty="0">
                          <a:solidFill>
                            <a:srgbClr val="505E71"/>
                          </a:solidFill>
                          <a:latin typeface="+mn-lt"/>
                          <a:ea typeface="Arial" panose="020B0604020202020204"/>
                          <a:cs typeface="Arial" panose="020B0604020202020204"/>
                        </a:rPr>
                        <a:t>}/rollback </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回滚到历史版本</a:t>
                      </a:r>
                      <a:endParaRPr lang="zh-CN" altLang="en-US" sz="1600" dirty="0">
                        <a:solidFill>
                          <a:schemeClr val="tx1"/>
                        </a:solidFill>
                        <a:latin typeface="+mn-lt"/>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chemeClr val="accent1">
                              <a:lumMod val="60000"/>
                              <a:lumOff val="40000"/>
                            </a:schemeClr>
                          </a:solidFill>
                        </a:rPr>
                        <a:t>DELETE</a:t>
                      </a:r>
                      <a:endParaRPr lang="zh-CN" altLang="en-US" b="1" dirty="0">
                        <a:solidFill>
                          <a:schemeClr val="accent1">
                            <a:lumMod val="60000"/>
                            <a:lumOff val="40000"/>
                          </a:schemeClr>
                        </a:solidFill>
                      </a:endParaRPr>
                    </a:p>
                  </a:txBody>
                  <a:tcPr anchor="ctr"/>
                </a:tc>
                <a:tc>
                  <a:txBody>
                    <a:bodyPr/>
                    <a:lstStyle/>
                    <a:p>
                      <a:pPr algn="ctr"/>
                      <a:r>
                        <a:rPr lang="en-US" altLang="zh-CN" sz="1600" dirty="0">
                          <a:solidFill>
                            <a:srgbClr val="505E71"/>
                          </a:solidFill>
                          <a:latin typeface="+mn-lt"/>
                          <a:ea typeface="Arial" panose="020B0604020202020204"/>
                          <a:cs typeface="Arial" panose="020B0604020202020204"/>
                        </a:rPr>
                        <a:t>/</a:t>
                      </a:r>
                      <a:r>
                        <a:rPr lang="en-US" altLang="zh-CN" sz="1600" dirty="0" err="1">
                          <a:solidFill>
                            <a:srgbClr val="505E71"/>
                          </a:solidFill>
                          <a:latin typeface="+mn-lt"/>
                          <a:ea typeface="Arial" panose="020B0604020202020204"/>
                          <a:cs typeface="Arial" panose="020B0604020202020204"/>
                        </a:rPr>
                        <a:t>api</a:t>
                      </a:r>
                      <a:r>
                        <a:rPr lang="en-US" altLang="zh-CN" sz="1600" dirty="0">
                          <a:solidFill>
                            <a:srgbClr val="505E71"/>
                          </a:solidFill>
                          <a:latin typeface="+mn-lt"/>
                          <a:ea typeface="Arial" panose="020B0604020202020204"/>
                          <a:cs typeface="Arial" panose="020B0604020202020204"/>
                        </a:rPr>
                        <a:t>/prompts/{id}/versions/{</a:t>
                      </a:r>
                      <a:r>
                        <a:rPr lang="en-US" altLang="zh-CN" sz="1600" dirty="0" err="1">
                          <a:solidFill>
                            <a:srgbClr val="505E71"/>
                          </a:solidFill>
                          <a:latin typeface="+mn-lt"/>
                          <a:ea typeface="Arial" panose="020B0604020202020204"/>
                          <a:cs typeface="Arial" panose="020B0604020202020204"/>
                        </a:rPr>
                        <a:t>versionId</a:t>
                      </a:r>
                      <a:r>
                        <a:rPr lang="en-US" altLang="zh-CN" sz="1600" dirty="0">
                          <a:solidFill>
                            <a:srgbClr val="505E71"/>
                          </a:solidFill>
                          <a:latin typeface="+mn-lt"/>
                          <a:ea typeface="Arial" panose="020B0604020202020204"/>
                          <a:cs typeface="Arial" panose="020B0604020202020204"/>
                        </a:rPr>
                        <a:t>} </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删除指定版本记录</a:t>
                      </a:r>
                      <a:endParaRPr lang="zh-CN" altLang="en-US" sz="1600" dirty="0">
                        <a:solidFill>
                          <a:schemeClr val="tx1"/>
                        </a:solidFill>
                        <a:latin typeface="+mn-lt"/>
                      </a:endParaRPr>
                    </a:p>
                  </a:txBody>
                  <a:tcPr anchor="ctr"/>
                </a:tc>
              </a:tr>
            </a:tbl>
          </a:graphicData>
        </a:graphic>
      </p:graphicFrame>
      <p:sp>
        <p:nvSpPr>
          <p:cNvPr id="3" name="文本框 2"/>
          <p:cNvSpPr txBox="1"/>
          <p:nvPr/>
        </p:nvSpPr>
        <p:spPr>
          <a:xfrm>
            <a:off x="7287212" y="1640258"/>
            <a:ext cx="4077474" cy="2092881"/>
          </a:xfrm>
          <a:prstGeom prst="rect">
            <a:avLst/>
          </a:prstGeom>
          <a:noFill/>
        </p:spPr>
        <p:txBody>
          <a:bodyPr wrap="square" rtlCol="0">
            <a:spAutoFit/>
          </a:bodyPr>
          <a:lstStyle/>
          <a:p>
            <a:pPr algn="ctr"/>
            <a:r>
              <a:rPr lang="zh-CN" altLang="en-US" sz="1800" b="1" dirty="0">
                <a:solidFill>
                  <a:srgbClr val="005BAC"/>
                </a:solidFill>
                <a:latin typeface="Arial" panose="020B0604020202020204"/>
                <a:ea typeface="Arial" panose="020B0604020202020204"/>
                <a:cs typeface="Arial" panose="020B0604020202020204"/>
              </a:rPr>
              <a:t>接口目标</a:t>
            </a:r>
            <a:endParaRPr lang="en-US" altLang="zh-CN"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 保存每次重要修改时的 </a:t>
            </a:r>
            <a:r>
              <a:rPr lang="en-US" altLang="zh-CN" sz="1600" dirty="0">
                <a:solidFill>
                  <a:srgbClr val="273444"/>
                </a:solidFill>
                <a:latin typeface="Arial" panose="020B0604020202020204"/>
                <a:ea typeface="Arial" panose="020B0604020202020204"/>
                <a:cs typeface="Arial" panose="020B0604020202020204"/>
              </a:rPr>
              <a:t>Prompt </a:t>
            </a:r>
            <a:r>
              <a:rPr lang="zh-CN" altLang="en-US" sz="1600" dirty="0">
                <a:solidFill>
                  <a:srgbClr val="273444"/>
                </a:solidFill>
                <a:latin typeface="Arial" panose="020B0604020202020204"/>
                <a:ea typeface="Arial" panose="020B0604020202020204"/>
                <a:cs typeface="Arial" panose="020B0604020202020204"/>
              </a:rPr>
              <a:t>快照，支持历史追踪。</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 为版本对比提供结构化差异数据，便于前端展示变化字段。</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ea typeface="Arial" panose="020B0604020202020204"/>
                <a:cs typeface="Arial" panose="020B0604020202020204"/>
              </a:rPr>
              <a:t> 确保回滚操作后仍生成新版本记录，避免覆盖式修改带来历史丢失。</a:t>
            </a: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
        <p:nvSpPr>
          <p:cNvPr id="7" name="文本框 6"/>
          <p:cNvSpPr txBox="1"/>
          <p:nvPr/>
        </p:nvSpPr>
        <p:spPr>
          <a:xfrm>
            <a:off x="7287212" y="3884320"/>
            <a:ext cx="4077474" cy="2831544"/>
          </a:xfrm>
          <a:prstGeom prst="rect">
            <a:avLst/>
          </a:prstGeom>
          <a:noFill/>
        </p:spPr>
        <p:txBody>
          <a:bodyPr wrap="square" rtlCol="0">
            <a:spAutoFit/>
          </a:bodyPr>
          <a:lstStyle/>
          <a:p>
            <a:pPr algn="ctr">
              <a:defRPr sz="1350" b="1">
                <a:solidFill>
                  <a:srgbClr val="005BAC"/>
                </a:solidFill>
                <a:latin typeface="Arial" panose="020B0604020202020204"/>
                <a:ea typeface="Arial" panose="020B0604020202020204"/>
                <a:cs typeface="Arial" panose="020B0604020202020204"/>
              </a:defRPr>
            </a:pPr>
            <a:r>
              <a:rPr lang="zh-CN" altLang="en-US" sz="1800" b="1" dirty="0">
                <a:solidFill>
                  <a:srgbClr val="005BAC"/>
                </a:solidFill>
                <a:latin typeface="Arial" panose="020B0604020202020204"/>
                <a:ea typeface="Arial" panose="020B0604020202020204"/>
                <a:cs typeface="Arial" panose="020B0604020202020204"/>
              </a:rPr>
              <a:t>设计要点</a:t>
            </a:r>
            <a:endParaRPr lang="zh-CN" altLang="en-US"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版本表记录 </a:t>
            </a:r>
            <a:r>
              <a:rPr lang="en-US" altLang="zh-CN" sz="1600" dirty="0">
                <a:solidFill>
                  <a:srgbClr val="273444"/>
                </a:solidFill>
                <a:latin typeface="Arial" panose="020B0604020202020204"/>
                <a:ea typeface="Arial" panose="020B0604020202020204"/>
                <a:cs typeface="Arial" panose="020B0604020202020204"/>
              </a:rPr>
              <a:t>title</a:t>
            </a:r>
            <a:r>
              <a:rPr lang="zh-CN" altLang="en-US" sz="1600" dirty="0">
                <a:solidFill>
                  <a:srgbClr val="273444"/>
                </a:solidFill>
                <a:latin typeface="Arial" panose="020B0604020202020204"/>
                <a:ea typeface="Arial" panose="020B0604020202020204"/>
                <a:cs typeface="Arial" panose="020B0604020202020204"/>
              </a:rPr>
              <a:t>、</a:t>
            </a:r>
            <a:r>
              <a:rPr lang="en-US" altLang="zh-CN" sz="1600" dirty="0">
                <a:solidFill>
                  <a:srgbClr val="273444"/>
                </a:solidFill>
                <a:latin typeface="Arial" panose="020B0604020202020204"/>
                <a:ea typeface="Arial" panose="020B0604020202020204"/>
                <a:cs typeface="Arial" panose="020B0604020202020204"/>
              </a:rPr>
              <a:t>prompt</a:t>
            </a:r>
            <a:r>
              <a:rPr lang="zh-CN" altLang="en-US" sz="1600" dirty="0">
                <a:solidFill>
                  <a:srgbClr val="273444"/>
                </a:solidFill>
                <a:latin typeface="Arial" panose="020B0604020202020204"/>
                <a:ea typeface="Arial" panose="020B0604020202020204"/>
                <a:cs typeface="Arial" panose="020B0604020202020204"/>
              </a:rPr>
              <a:t> 正文、变量、标签快照和 </a:t>
            </a:r>
            <a:r>
              <a:rPr lang="en-US" altLang="zh-CN" sz="1600" dirty="0">
                <a:solidFill>
                  <a:srgbClr val="273444"/>
                </a:solidFill>
                <a:latin typeface="Arial" panose="020B0604020202020204"/>
                <a:ea typeface="Arial" panose="020B0604020202020204"/>
                <a:cs typeface="Arial" panose="020B0604020202020204"/>
              </a:rPr>
              <a:t>note </a:t>
            </a:r>
            <a:r>
              <a:rPr lang="zh-CN" altLang="en-US" sz="1600" dirty="0">
                <a:solidFill>
                  <a:srgbClr val="273444"/>
                </a:solidFill>
                <a:latin typeface="Arial" panose="020B0604020202020204"/>
                <a:ea typeface="Arial" panose="020B0604020202020204"/>
                <a:cs typeface="Arial" panose="020B0604020202020204"/>
              </a:rPr>
              <a:t>备注等关键信息。</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差异接口只比较指定版本，前端可聚焦显示 </a:t>
            </a:r>
            <a:r>
              <a:rPr lang="en-US" altLang="zh-CN" sz="1600" dirty="0">
                <a:solidFill>
                  <a:srgbClr val="273444"/>
                </a:solidFill>
                <a:latin typeface="Arial" panose="020B0604020202020204"/>
                <a:ea typeface="Arial" panose="020B0604020202020204"/>
                <a:cs typeface="Arial" panose="020B0604020202020204"/>
              </a:rPr>
              <a:t>user prompt</a:t>
            </a:r>
            <a:r>
              <a:rPr lang="zh-CN" altLang="en-US" sz="1600" dirty="0">
                <a:solidFill>
                  <a:srgbClr val="273444"/>
                </a:solidFill>
                <a:latin typeface="Arial" panose="020B0604020202020204"/>
                <a:ea typeface="Arial" panose="020B0604020202020204"/>
                <a:cs typeface="Arial" panose="020B0604020202020204"/>
              </a:rPr>
              <a:t>、</a:t>
            </a:r>
            <a:r>
              <a:rPr lang="en-US" altLang="zh-CN" sz="1600" dirty="0">
                <a:solidFill>
                  <a:srgbClr val="273444"/>
                </a:solidFill>
                <a:latin typeface="Arial" panose="020B0604020202020204"/>
                <a:ea typeface="Arial" panose="020B0604020202020204"/>
                <a:cs typeface="Arial" panose="020B0604020202020204"/>
              </a:rPr>
              <a:t>variables </a:t>
            </a:r>
            <a:r>
              <a:rPr lang="zh-CN" altLang="en-US" sz="1600" dirty="0">
                <a:solidFill>
                  <a:srgbClr val="273444"/>
                </a:solidFill>
                <a:latin typeface="Arial" panose="020B0604020202020204"/>
                <a:ea typeface="Arial" panose="020B0604020202020204"/>
                <a:cs typeface="Arial" panose="020B0604020202020204"/>
              </a:rPr>
              <a:t>等核心字段。</a:t>
            </a:r>
            <a:endParaRPr lang="en-US" altLang="zh-CN"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回滚并不是简单恢复旧数据，而是“读取旧版本 </a:t>
            </a:r>
            <a:r>
              <a:rPr lang="en-US" altLang="zh-CN" sz="1600" dirty="0">
                <a:solidFill>
                  <a:srgbClr val="273444"/>
                </a:solidFill>
                <a:latin typeface="Arial" panose="020B0604020202020204"/>
                <a:ea typeface="Arial" panose="020B0604020202020204"/>
                <a:cs typeface="Arial" panose="020B0604020202020204"/>
              </a:rPr>
              <a:t>+ </a:t>
            </a:r>
            <a:r>
              <a:rPr lang="zh-CN" altLang="en-US" sz="1600" dirty="0">
                <a:solidFill>
                  <a:srgbClr val="273444"/>
                </a:solidFill>
                <a:latin typeface="Arial" panose="020B0604020202020204"/>
                <a:ea typeface="Arial" panose="020B0604020202020204"/>
                <a:cs typeface="Arial" panose="020B0604020202020204"/>
              </a:rPr>
              <a:t>覆盖当前 </a:t>
            </a:r>
            <a:r>
              <a:rPr lang="en-US" altLang="zh-CN" sz="1600" dirty="0">
                <a:solidFill>
                  <a:srgbClr val="273444"/>
                </a:solidFill>
                <a:latin typeface="Arial" panose="020B0604020202020204"/>
                <a:ea typeface="Arial" panose="020B0604020202020204"/>
                <a:cs typeface="Arial" panose="020B0604020202020204"/>
              </a:rPr>
              <a:t>+ </a:t>
            </a:r>
            <a:r>
              <a:rPr lang="zh-CN" altLang="en-US" sz="1600" dirty="0">
                <a:solidFill>
                  <a:srgbClr val="273444"/>
                </a:solidFill>
                <a:latin typeface="Arial" panose="020B0604020202020204"/>
                <a:ea typeface="Arial" panose="020B0604020202020204"/>
                <a:cs typeface="Arial" panose="020B0604020202020204"/>
              </a:rPr>
              <a:t>生成新快照”的闭环流程。</a:t>
            </a:r>
            <a:endParaRPr lang="zh-CN" altLang="en-US" sz="1600" dirty="0">
              <a:solidFill>
                <a:srgbClr val="273444"/>
              </a:solidFill>
              <a:latin typeface="Arial" panose="020B0604020202020204"/>
              <a:ea typeface="Arial" panose="020B0604020202020204"/>
              <a:cs typeface="Arial" panose="020B0604020202020204"/>
            </a:endParaRPr>
          </a:p>
          <a:p>
            <a:pPr>
              <a:defRPr sz="1500">
                <a:solidFill>
                  <a:srgbClr val="273444"/>
                </a:solidFill>
                <a:latin typeface="Arial" panose="020B0604020202020204"/>
                <a:ea typeface="Arial" panose="020B0604020202020204"/>
                <a:cs typeface="Arial" panose="020B0604020202020204"/>
              </a:defRPr>
            </a:pP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3.2 </a:t>
            </a:r>
            <a:r>
              <a:rPr lang="zh-CN" altLang="en-US" dirty="0">
                <a:latin typeface="黑体" panose="02010609060101010101" charset="-122"/>
                <a:ea typeface="黑体" panose="02010609060101010101" charset="-122"/>
              </a:rPr>
              <a:t>各模块接口</a:t>
            </a:r>
            <a:r>
              <a:rPr dirty="0">
                <a:latin typeface="黑体" panose="02010609060101010101" charset="-122"/>
                <a:ea typeface="黑体" panose="02010609060101010101" charset="-122"/>
              </a:rPr>
              <a:t>设计</a:t>
            </a:r>
            <a:r>
              <a:rPr lang="en-US" dirty="0">
                <a:latin typeface="黑体" panose="02010609060101010101" charset="-122"/>
              </a:rPr>
              <a:t>—</a:t>
            </a:r>
            <a:r>
              <a:rPr lang="en-US" altLang="zh-CN" b="0" dirty="0"/>
              <a:t>AI </a:t>
            </a:r>
            <a:r>
              <a:rPr lang="zh-CN" altLang="en-US" b="0" dirty="0"/>
              <a:t>功能模块</a:t>
            </a:r>
            <a:endParaRPr b="0" dirty="0">
              <a:latin typeface="黑体" panose="02010609060101010101" charset="-122"/>
              <a:ea typeface="黑体" panose="02010609060101010101" charset="-122"/>
            </a:endParaRPr>
          </a:p>
        </p:txBody>
      </p:sp>
      <p:sp>
        <p:nvSpPr>
          <p:cNvPr id="3" name="文本框 2"/>
          <p:cNvSpPr txBox="1"/>
          <p:nvPr/>
        </p:nvSpPr>
        <p:spPr>
          <a:xfrm>
            <a:off x="578497" y="1053538"/>
            <a:ext cx="9871789" cy="646331"/>
          </a:xfrm>
          <a:prstGeom prst="rect">
            <a:avLst/>
          </a:prstGeom>
          <a:noFill/>
        </p:spPr>
        <p:txBody>
          <a:bodyPr wrap="square" rtlCol="0">
            <a:spAutoFit/>
          </a:bodyPr>
          <a:lstStyle/>
          <a:p>
            <a:pPr>
              <a:defRPr sz="1500">
                <a:solidFill>
                  <a:srgbClr val="5F6B7A"/>
                </a:solidFill>
                <a:latin typeface="Arial" panose="020B0604020202020204"/>
                <a:ea typeface="Arial" panose="020B0604020202020204"/>
                <a:cs typeface="Arial" panose="020B0604020202020204"/>
              </a:defRPr>
            </a:pPr>
            <a:r>
              <a:rPr lang="zh-CN" altLang="en-US" sz="1800" dirty="0">
                <a:solidFill>
                  <a:srgbClr val="5F6B7A"/>
                </a:solidFill>
                <a:latin typeface="Arial" panose="020B0604020202020204"/>
                <a:ea typeface="Arial" panose="020B0604020202020204"/>
                <a:cs typeface="Arial" panose="020B0604020202020204"/>
              </a:rPr>
              <a:t>负责用户 </a:t>
            </a:r>
            <a:r>
              <a:rPr lang="en-US" altLang="zh-CN" sz="1800" dirty="0">
                <a:solidFill>
                  <a:srgbClr val="5F6B7A"/>
                </a:solidFill>
                <a:latin typeface="Arial" panose="020B0604020202020204"/>
                <a:ea typeface="Arial" panose="020B0604020202020204"/>
                <a:cs typeface="Arial" panose="020B0604020202020204"/>
              </a:rPr>
              <a:t>API Key </a:t>
            </a:r>
            <a:r>
              <a:rPr lang="zh-CN" altLang="en-US" sz="1800" dirty="0">
                <a:solidFill>
                  <a:srgbClr val="5F6B7A"/>
                </a:solidFill>
                <a:latin typeface="Arial" panose="020B0604020202020204"/>
                <a:ea typeface="Arial" panose="020B0604020202020204"/>
                <a:cs typeface="Arial" panose="020B0604020202020204"/>
              </a:rPr>
              <a:t>配置、连通性验证和 </a:t>
            </a:r>
            <a:r>
              <a:rPr lang="en-US" altLang="zh-CN" sz="1800" dirty="0">
                <a:solidFill>
                  <a:srgbClr val="5F6B7A"/>
                </a:solidFill>
                <a:latin typeface="Arial" panose="020B0604020202020204"/>
                <a:ea typeface="Arial" panose="020B0604020202020204"/>
                <a:cs typeface="Arial" panose="020B0604020202020204"/>
              </a:rPr>
              <a:t>AI </a:t>
            </a:r>
            <a:r>
              <a:rPr lang="zh-CN" altLang="en-US" sz="1800" dirty="0">
                <a:solidFill>
                  <a:srgbClr val="5F6B7A"/>
                </a:solidFill>
                <a:latin typeface="Arial" panose="020B0604020202020204"/>
                <a:ea typeface="Arial" panose="020B0604020202020204"/>
                <a:cs typeface="Arial" panose="020B0604020202020204"/>
              </a:rPr>
              <a:t>调用记录，为 </a:t>
            </a:r>
            <a:r>
              <a:rPr lang="en-US" altLang="zh-CN" sz="1800" dirty="0">
                <a:solidFill>
                  <a:srgbClr val="5F6B7A"/>
                </a:solidFill>
                <a:latin typeface="Arial" panose="020B0604020202020204"/>
                <a:ea typeface="Arial" panose="020B0604020202020204"/>
                <a:cs typeface="Arial" panose="020B0604020202020204"/>
              </a:rPr>
              <a:t>Prompt </a:t>
            </a:r>
            <a:r>
              <a:rPr lang="zh-CN" altLang="en-US" sz="1800" dirty="0">
                <a:solidFill>
                  <a:srgbClr val="5F6B7A"/>
                </a:solidFill>
                <a:latin typeface="Arial" panose="020B0604020202020204"/>
                <a:ea typeface="Arial" panose="020B0604020202020204"/>
                <a:cs typeface="Arial" panose="020B0604020202020204"/>
              </a:rPr>
              <a:t>优化与测试提供能力支撑。</a:t>
            </a:r>
            <a:endParaRPr lang="zh-CN" altLang="en-US" sz="1800" dirty="0">
              <a:solidFill>
                <a:srgbClr val="5F6B7A"/>
              </a:solidFill>
              <a:latin typeface="Arial" panose="020B0604020202020204"/>
              <a:ea typeface="Arial" panose="020B0604020202020204"/>
              <a:cs typeface="Arial" panose="020B0604020202020204"/>
            </a:endParaRPr>
          </a:p>
          <a:p>
            <a:endParaRPr lang="zh-CN" altLang="en-US" dirty="0"/>
          </a:p>
        </p:txBody>
      </p:sp>
      <p:graphicFrame>
        <p:nvGraphicFramePr>
          <p:cNvPr id="5" name="表格 4"/>
          <p:cNvGraphicFramePr>
            <a:graphicFrameLocks noGrp="1"/>
          </p:cNvGraphicFramePr>
          <p:nvPr/>
        </p:nvGraphicFramePr>
        <p:xfrm>
          <a:off x="731933" y="1699869"/>
          <a:ext cx="6051422" cy="4648000"/>
        </p:xfrm>
        <a:graphic>
          <a:graphicData uri="http://schemas.openxmlformats.org/drawingml/2006/table">
            <a:tbl>
              <a:tblPr firstRow="1" bandRow="1">
                <a:tableStyleId>{F2DE63D5-997A-4646-A377-4702673A728D}</a:tableStyleId>
              </a:tblPr>
              <a:tblGrid>
                <a:gridCol w="1459104"/>
                <a:gridCol w="2575177"/>
                <a:gridCol w="2017141"/>
              </a:tblGrid>
              <a:tr h="664000">
                <a:tc>
                  <a:txBody>
                    <a:bodyPr/>
                    <a:lstStyle/>
                    <a:p>
                      <a:pPr algn="ctr"/>
                      <a:r>
                        <a:rPr lang="zh-CN" altLang="en-US" dirty="0"/>
                        <a:t>请求方法</a:t>
                      </a:r>
                      <a:endParaRPr lang="zh-CN" altLang="en-US" dirty="0"/>
                    </a:p>
                  </a:txBody>
                  <a:tcPr anchor="ctr"/>
                </a:tc>
                <a:tc>
                  <a:txBody>
                    <a:bodyPr/>
                    <a:lstStyle/>
                    <a:p>
                      <a:pPr algn="ctr"/>
                      <a:r>
                        <a:rPr lang="zh-CN" altLang="en-US" dirty="0"/>
                        <a:t>接口路径</a:t>
                      </a:r>
                      <a:endParaRPr lang="zh-CN" altLang="en-US" dirty="0"/>
                    </a:p>
                  </a:txBody>
                  <a:tcPr anchor="ctr"/>
                </a:tc>
                <a:tc>
                  <a:txBody>
                    <a:bodyPr/>
                    <a:lstStyle/>
                    <a:p>
                      <a:pPr algn="ctr"/>
                      <a:r>
                        <a:rPr lang="zh-CN" altLang="en-US" dirty="0"/>
                        <a:t>功能说明</a:t>
                      </a:r>
                      <a:endParaRPr lang="zh-CN" altLang="en-US" dirty="0"/>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algn="ctr"/>
                      <a:r>
                        <a:rPr lang="it-IT" altLang="zh-CN" sz="1600" dirty="0">
                          <a:solidFill>
                            <a:srgbClr val="505E71"/>
                          </a:solidFill>
                          <a:latin typeface="+mn-lt"/>
                          <a:ea typeface="Arial" panose="020B0604020202020204"/>
                          <a:cs typeface="Arial" panose="020B0604020202020204"/>
                        </a:rPr>
                        <a:t>/api/v1/ai/config/status</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查询当前 </a:t>
                      </a:r>
                      <a:r>
                        <a:rPr lang="en-US" altLang="zh-CN" sz="1600" dirty="0">
                          <a:solidFill>
                            <a:schemeClr val="tx1"/>
                          </a:solidFill>
                          <a:latin typeface="+mn-lt"/>
                          <a:ea typeface="Arial" panose="020B0604020202020204"/>
                          <a:cs typeface="Arial" panose="020B0604020202020204"/>
                        </a:rPr>
                        <a:t>AI </a:t>
                      </a:r>
                      <a:r>
                        <a:rPr lang="zh-CN" altLang="en-US" sz="1600" dirty="0">
                          <a:solidFill>
                            <a:schemeClr val="tx1"/>
                          </a:solidFill>
                          <a:latin typeface="+mn-lt"/>
                          <a:ea typeface="Arial" panose="020B0604020202020204"/>
                          <a:cs typeface="Arial" panose="020B0604020202020204"/>
                        </a:rPr>
                        <a:t>配置状态</a:t>
                      </a:r>
                      <a:endParaRPr lang="zh-CN" altLang="en-US" sz="1600" dirty="0">
                        <a:solidFill>
                          <a:schemeClr val="tx1"/>
                        </a:solidFill>
                        <a:latin typeface="+mn-lt"/>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00B0F0"/>
                          </a:solidFill>
                        </a:rPr>
                        <a:t>PUT</a:t>
                      </a:r>
                      <a:endParaRPr lang="en-US" altLang="zh-CN" b="1" dirty="0">
                        <a:solidFill>
                          <a:srgbClr val="00B0F0"/>
                        </a:solidFill>
                      </a:endParaRPr>
                    </a:p>
                  </a:txBody>
                  <a:tcPr anchor="ctr"/>
                </a:tc>
                <a:tc>
                  <a:txBody>
                    <a:bodyPr/>
                    <a:lstStyle/>
                    <a:p>
                      <a:pPr algn="ctr"/>
                      <a:r>
                        <a:rPr lang="it-IT" altLang="zh-CN" sz="1600" kern="1200" dirty="0">
                          <a:solidFill>
                            <a:srgbClr val="505E71"/>
                          </a:solidFill>
                          <a:latin typeface="+mn-lt"/>
                          <a:ea typeface="+mn-ea"/>
                          <a:cs typeface="Arial" panose="020B0604020202020204"/>
                        </a:rPr>
                        <a:t>/api/v1/ai/config/api-key</a:t>
                      </a:r>
                      <a:endParaRPr lang="zh-CN" altLang="en-US" sz="1600" kern="1200" dirty="0">
                        <a:solidFill>
                          <a:srgbClr val="505E71"/>
                        </a:solidFill>
                        <a:latin typeface="+mn-lt"/>
                        <a:cs typeface="Arial" panose="020B0604020202020204"/>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保存用户 </a:t>
                      </a:r>
                      <a:r>
                        <a:rPr lang="en-US" altLang="zh-CN" sz="1600" dirty="0">
                          <a:solidFill>
                            <a:schemeClr val="tx1"/>
                          </a:solidFill>
                          <a:latin typeface="+mn-lt"/>
                          <a:ea typeface="Arial" panose="020B0604020202020204"/>
                          <a:cs typeface="Arial" panose="020B0604020202020204"/>
                        </a:rPr>
                        <a:t>API Key </a:t>
                      </a:r>
                      <a:r>
                        <a:rPr lang="zh-CN" altLang="en-US" sz="1600" dirty="0">
                          <a:solidFill>
                            <a:schemeClr val="tx1"/>
                          </a:solidFill>
                          <a:latin typeface="+mn-lt"/>
                          <a:ea typeface="Arial" panose="020B0604020202020204"/>
                          <a:cs typeface="Arial" panose="020B0604020202020204"/>
                        </a:rPr>
                        <a:t>与模型配置</a:t>
                      </a:r>
                      <a:endParaRPr lang="zh-CN" altLang="en-US" sz="1600" kern="1200" dirty="0">
                        <a:solidFill>
                          <a:schemeClr val="tx1"/>
                        </a:solidFill>
                        <a:latin typeface="+mn-lt"/>
                        <a:ea typeface="+mn-ea"/>
                        <a:cs typeface="+mn-cs"/>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it-IT" altLang="zh-CN" sz="1600" dirty="0">
                          <a:solidFill>
                            <a:srgbClr val="505E71"/>
                          </a:solidFill>
                          <a:latin typeface="+mn-lt"/>
                          <a:ea typeface="Arial" panose="020B0604020202020204"/>
                          <a:cs typeface="Arial" panose="020B0604020202020204"/>
                        </a:rPr>
                        <a:t>/api/v1/ai/config/test</a:t>
                      </a:r>
                      <a:endParaRPr lang="zh-CN" altLang="en-US" sz="1600" dirty="0">
                        <a:solidFill>
                          <a:srgbClr val="505E71"/>
                        </a:solidFill>
                        <a:latin typeface="+mn-lt"/>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测试 </a:t>
                      </a:r>
                      <a:r>
                        <a:rPr lang="en-US" altLang="zh-CN" sz="1600" dirty="0">
                          <a:solidFill>
                            <a:schemeClr val="tx1"/>
                          </a:solidFill>
                          <a:latin typeface="+mn-lt"/>
                          <a:ea typeface="Arial" panose="020B0604020202020204"/>
                          <a:cs typeface="Arial" panose="020B0604020202020204"/>
                        </a:rPr>
                        <a:t>API Key </a:t>
                      </a:r>
                      <a:r>
                        <a:rPr lang="zh-CN" altLang="en-US" sz="1600" dirty="0">
                          <a:solidFill>
                            <a:schemeClr val="tx1"/>
                          </a:solidFill>
                          <a:latin typeface="+mn-lt"/>
                          <a:ea typeface="Arial" panose="020B0604020202020204"/>
                          <a:cs typeface="Arial" panose="020B0604020202020204"/>
                        </a:rPr>
                        <a:t>连通性</a:t>
                      </a:r>
                      <a:endParaRPr lang="zh-CN" altLang="en-US" sz="1600" dirty="0">
                        <a:solidFill>
                          <a:schemeClr val="tx1"/>
                        </a:solidFill>
                        <a:latin typeface="+mn-lt"/>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dirty="0">
                          <a:solidFill>
                            <a:srgbClr val="505E71"/>
                          </a:solidFill>
                          <a:latin typeface="+mn-lt"/>
                          <a:ea typeface="Arial" panose="020B0604020202020204"/>
                          <a:cs typeface="Arial" panose="020B0604020202020204"/>
                        </a:rPr>
                        <a:t>/</a:t>
                      </a:r>
                      <a:r>
                        <a:rPr lang="en-US" altLang="zh-CN" sz="1600" dirty="0" err="1">
                          <a:solidFill>
                            <a:srgbClr val="505E71"/>
                          </a:solidFill>
                          <a:latin typeface="+mn-lt"/>
                          <a:ea typeface="Arial" panose="020B0604020202020204"/>
                          <a:cs typeface="Arial" panose="020B0604020202020204"/>
                        </a:rPr>
                        <a:t>api</a:t>
                      </a:r>
                      <a:r>
                        <a:rPr lang="en-US" altLang="zh-CN" sz="1600" dirty="0">
                          <a:solidFill>
                            <a:srgbClr val="505E71"/>
                          </a:solidFill>
                          <a:latin typeface="+mn-lt"/>
                          <a:ea typeface="Arial" panose="020B0604020202020204"/>
                          <a:cs typeface="Arial" panose="020B0604020202020204"/>
                        </a:rPr>
                        <a:t>/v1/ai/polish</a:t>
                      </a:r>
                      <a:endParaRPr lang="zh-CN" altLang="en-US" sz="1600" dirty="0">
                        <a:solidFill>
                          <a:srgbClr val="505E71"/>
                        </a:solidFill>
                        <a:latin typeface="+mn-lt"/>
                      </a:endParaRPr>
                    </a:p>
                  </a:txBody>
                  <a:tcPr anchor="ctr"/>
                </a:tc>
                <a:tc>
                  <a:txBody>
                    <a:bodyPr/>
                    <a:lstStyle/>
                    <a:p>
                      <a:pPr marL="0" algn="ctr" defTabSz="914400"/>
                      <a:r>
                        <a:rPr lang="en-US" altLang="zh-CN" sz="1600" kern="1200" dirty="0">
                          <a:solidFill>
                            <a:schemeClr val="tx1"/>
                          </a:solidFill>
                          <a:latin typeface="+mn-lt"/>
                          <a:ea typeface="Arial" panose="020B0604020202020204"/>
                          <a:cs typeface="Arial" panose="020B0604020202020204"/>
                        </a:rPr>
                        <a:t>AI </a:t>
                      </a:r>
                      <a:r>
                        <a:rPr lang="zh-CN" altLang="en-US" sz="1600" kern="1200" dirty="0">
                          <a:solidFill>
                            <a:schemeClr val="tx1"/>
                          </a:solidFill>
                          <a:latin typeface="+mn-lt"/>
                          <a:ea typeface="Arial" panose="020B0604020202020204"/>
                          <a:cs typeface="Arial" panose="020B0604020202020204"/>
                        </a:rPr>
                        <a:t>润色 </a:t>
                      </a:r>
                      <a:r>
                        <a:rPr lang="en-US" altLang="zh-CN" sz="1600" kern="1200" dirty="0">
                          <a:solidFill>
                            <a:schemeClr val="tx1"/>
                          </a:solidFill>
                          <a:latin typeface="+mn-lt"/>
                          <a:ea typeface="Arial" panose="020B0604020202020204"/>
                          <a:cs typeface="Arial" panose="020B0604020202020204"/>
                        </a:rPr>
                        <a:t>Prompt</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algn="ctr"/>
                      <a:r>
                        <a:rPr lang="en-US" altLang="zh-CN" sz="1600" dirty="0">
                          <a:solidFill>
                            <a:srgbClr val="505E71"/>
                          </a:solidFill>
                          <a:latin typeface="+mn-lt"/>
                        </a:rPr>
                        <a:t>/</a:t>
                      </a:r>
                      <a:r>
                        <a:rPr lang="en-US" altLang="zh-CN" sz="1600" dirty="0" err="1">
                          <a:solidFill>
                            <a:srgbClr val="505E71"/>
                          </a:solidFill>
                          <a:latin typeface="+mn-lt"/>
                        </a:rPr>
                        <a:t>api</a:t>
                      </a:r>
                      <a:r>
                        <a:rPr lang="en-US" altLang="zh-CN" sz="1600" dirty="0">
                          <a:solidFill>
                            <a:srgbClr val="505E71"/>
                          </a:solidFill>
                          <a:latin typeface="+mn-lt"/>
                        </a:rPr>
                        <a:t>/v1/ai/test</a:t>
                      </a:r>
                      <a:endParaRPr lang="zh-CN" altLang="en-US" sz="1600" dirty="0">
                        <a:solidFill>
                          <a:srgbClr val="505E71"/>
                        </a:solidFill>
                        <a:latin typeface="+mn-lt"/>
                      </a:endParaRPr>
                    </a:p>
                  </a:txBody>
                  <a:tcPr anchor="ctr"/>
                </a:tc>
                <a:tc>
                  <a:txBody>
                    <a:bodyPr/>
                    <a:lstStyle/>
                    <a:p>
                      <a:pPr marL="0" algn="ctr" defTabSz="914400"/>
                      <a:r>
                        <a:rPr lang="en-US" altLang="zh-CN" sz="1600" kern="1200" dirty="0">
                          <a:solidFill>
                            <a:schemeClr val="tx1"/>
                          </a:solidFill>
                          <a:latin typeface="+mn-lt"/>
                          <a:ea typeface="+mn-ea"/>
                          <a:cs typeface="Arial" panose="020B0604020202020204"/>
                        </a:rPr>
                        <a:t>AI </a:t>
                      </a:r>
                      <a:r>
                        <a:rPr lang="zh-CN" altLang="en-US" sz="1600" kern="1200" dirty="0">
                          <a:solidFill>
                            <a:schemeClr val="tx1"/>
                          </a:solidFill>
                          <a:latin typeface="+mn-lt"/>
                          <a:ea typeface="+mn-ea"/>
                          <a:cs typeface="Arial" panose="020B0604020202020204"/>
                        </a:rPr>
                        <a:t>测试 </a:t>
                      </a:r>
                      <a:r>
                        <a:rPr lang="en-US" altLang="zh-CN" sz="1600" kern="1200" dirty="0">
                          <a:solidFill>
                            <a:schemeClr val="tx1"/>
                          </a:solidFill>
                          <a:latin typeface="+mn-lt"/>
                          <a:ea typeface="+mn-ea"/>
                          <a:cs typeface="Arial" panose="020B0604020202020204"/>
                        </a:rPr>
                        <a:t>Prompt</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algn="ctr"/>
                      <a:r>
                        <a:rPr lang="en-US" altLang="zh-CN" sz="1600" kern="1200" dirty="0">
                          <a:solidFill>
                            <a:srgbClr val="505E71"/>
                          </a:solidFill>
                          <a:latin typeface="+mn-lt"/>
                          <a:ea typeface="+mn-ea"/>
                          <a:cs typeface="+mn-cs"/>
                        </a:rPr>
                        <a:t>/</a:t>
                      </a:r>
                      <a:r>
                        <a:rPr lang="en-US" altLang="zh-CN" sz="1600" kern="1200" dirty="0" err="1">
                          <a:solidFill>
                            <a:srgbClr val="505E71"/>
                          </a:solidFill>
                          <a:latin typeface="+mn-lt"/>
                          <a:ea typeface="+mn-ea"/>
                          <a:cs typeface="+mn-cs"/>
                        </a:rPr>
                        <a:t>api</a:t>
                      </a:r>
                      <a:r>
                        <a:rPr lang="en-US" altLang="zh-CN" sz="1600" kern="1200" dirty="0">
                          <a:solidFill>
                            <a:srgbClr val="505E71"/>
                          </a:solidFill>
                          <a:latin typeface="+mn-lt"/>
                          <a:ea typeface="+mn-ea"/>
                          <a:cs typeface="+mn-cs"/>
                        </a:rPr>
                        <a:t>/v1/ai/test-records</a:t>
                      </a:r>
                      <a:endParaRPr lang="zh-CN" altLang="en-US" sz="1600" kern="1200" dirty="0">
                        <a:solidFill>
                          <a:srgbClr val="505E71"/>
                        </a:solidFill>
                        <a:latin typeface="+mn-lt"/>
                        <a:ea typeface="+mn-ea"/>
                        <a:cs typeface="+mn-cs"/>
                      </a:endParaRPr>
                    </a:p>
                  </a:txBody>
                  <a:tcPr anchor="ctr"/>
                </a:tc>
                <a:tc>
                  <a:txBody>
                    <a:bodyPr/>
                    <a:lstStyle/>
                    <a:p>
                      <a:pPr algn="ctr"/>
                      <a:r>
                        <a:rPr lang="zh-CN" altLang="en-US" sz="1600" dirty="0">
                          <a:solidFill>
                            <a:schemeClr val="tx1"/>
                          </a:solidFill>
                          <a:latin typeface="+mn-lt"/>
                          <a:ea typeface="Arial" panose="020B0604020202020204"/>
                          <a:cs typeface="Arial" panose="020B0604020202020204"/>
                        </a:rPr>
                        <a:t>查询测试历史</a:t>
                      </a:r>
                      <a:endParaRPr lang="zh-CN" altLang="en-US" sz="1600" dirty="0">
                        <a:solidFill>
                          <a:schemeClr val="tx1"/>
                        </a:solidFill>
                        <a:latin typeface="+mn-lt"/>
                      </a:endParaRPr>
                    </a:p>
                  </a:txBody>
                  <a:tcPr anchor="ctr"/>
                </a:tc>
              </a:tr>
            </a:tbl>
          </a:graphicData>
        </a:graphic>
      </p:graphicFrame>
      <p:sp>
        <p:nvSpPr>
          <p:cNvPr id="6" name="文本框 5"/>
          <p:cNvSpPr txBox="1"/>
          <p:nvPr/>
        </p:nvSpPr>
        <p:spPr>
          <a:xfrm>
            <a:off x="7287212" y="1869576"/>
            <a:ext cx="4077474" cy="2092881"/>
          </a:xfrm>
          <a:prstGeom prst="rect">
            <a:avLst/>
          </a:prstGeom>
          <a:noFill/>
        </p:spPr>
        <p:txBody>
          <a:bodyPr wrap="square" rtlCol="0">
            <a:spAutoFit/>
          </a:bodyPr>
          <a:lstStyle/>
          <a:p>
            <a:pPr algn="ctr"/>
            <a:r>
              <a:rPr lang="zh-CN" altLang="en-US" sz="1800" b="1" dirty="0">
                <a:solidFill>
                  <a:srgbClr val="005BAC"/>
                </a:solidFill>
                <a:latin typeface="Arial" panose="020B0604020202020204"/>
                <a:ea typeface="Arial" panose="020B0604020202020204"/>
                <a:cs typeface="Arial" panose="020B0604020202020204"/>
              </a:rPr>
              <a:t>接口目标</a:t>
            </a:r>
            <a:endParaRPr lang="en-US" altLang="zh-CN"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在用户侧支持个性化模型配置，在系统侧保留默认 </a:t>
            </a:r>
            <a:r>
              <a:rPr lang="en-US" altLang="zh-CN" sz="1600" dirty="0">
                <a:solidFill>
                  <a:srgbClr val="273444"/>
                </a:solidFill>
                <a:latin typeface="Arial" panose="020B0604020202020204"/>
                <a:ea typeface="Arial" panose="020B0604020202020204"/>
                <a:cs typeface="Arial" panose="020B0604020202020204"/>
              </a:rPr>
              <a:t>AI </a:t>
            </a:r>
            <a:r>
              <a:rPr lang="zh-CN" altLang="en-US" sz="1600" dirty="0">
                <a:solidFill>
                  <a:srgbClr val="273444"/>
                </a:solidFill>
                <a:latin typeface="Arial" panose="020B0604020202020204"/>
                <a:ea typeface="Arial" panose="020B0604020202020204"/>
                <a:cs typeface="Arial" panose="020B0604020202020204"/>
              </a:rPr>
              <a:t>能力兜底。</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对敏感配置采用加密存储与脱敏展示，避免明文泄露。</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记录调用行为、校验状态与使用结果，便于排查问题和统计使用情况。</a:t>
            </a: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
        <p:nvSpPr>
          <p:cNvPr id="7" name="文本框 6"/>
          <p:cNvSpPr txBox="1"/>
          <p:nvPr/>
        </p:nvSpPr>
        <p:spPr>
          <a:xfrm>
            <a:off x="7287212" y="4164241"/>
            <a:ext cx="4077474" cy="2092881"/>
          </a:xfrm>
          <a:prstGeom prst="rect">
            <a:avLst/>
          </a:prstGeom>
          <a:noFill/>
        </p:spPr>
        <p:txBody>
          <a:bodyPr wrap="square" rtlCol="0">
            <a:spAutoFit/>
          </a:bodyPr>
          <a:lstStyle/>
          <a:p>
            <a:pPr algn="ctr">
              <a:defRPr sz="1350" b="1">
                <a:solidFill>
                  <a:srgbClr val="005BAC"/>
                </a:solidFill>
                <a:latin typeface="Arial" panose="020B0604020202020204"/>
                <a:ea typeface="Arial" panose="020B0604020202020204"/>
                <a:cs typeface="Arial" panose="020B0604020202020204"/>
              </a:defRPr>
            </a:pPr>
            <a:r>
              <a:rPr lang="zh-CN" altLang="en-US" sz="1800" b="1" dirty="0">
                <a:solidFill>
                  <a:srgbClr val="005BAC"/>
                </a:solidFill>
                <a:latin typeface="Arial" panose="020B0604020202020204"/>
                <a:ea typeface="Arial" panose="020B0604020202020204"/>
                <a:cs typeface="Arial" panose="020B0604020202020204"/>
              </a:rPr>
              <a:t>设计要点</a:t>
            </a:r>
            <a:endParaRPr lang="zh-CN" altLang="en-US"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en-US" altLang="zh-CN" sz="1600" dirty="0">
                <a:solidFill>
                  <a:srgbClr val="273444"/>
                </a:solidFill>
                <a:latin typeface="Arial" panose="020B0604020202020204"/>
                <a:ea typeface="Arial" panose="020B0604020202020204"/>
                <a:cs typeface="Arial" panose="020B0604020202020204"/>
              </a:rPr>
              <a:t>API Key </a:t>
            </a:r>
            <a:r>
              <a:rPr lang="zh-CN" altLang="en-US" sz="1600" dirty="0">
                <a:solidFill>
                  <a:srgbClr val="273444"/>
                </a:solidFill>
                <a:latin typeface="Arial" panose="020B0604020202020204"/>
                <a:ea typeface="Arial" panose="020B0604020202020204"/>
                <a:cs typeface="Arial" panose="020B0604020202020204"/>
              </a:rPr>
              <a:t>只在保存时进入后端，前端最多展示脱敏后的 </a:t>
            </a:r>
            <a:r>
              <a:rPr lang="en-US" altLang="zh-CN" sz="1600" dirty="0" err="1">
                <a:solidFill>
                  <a:srgbClr val="273444"/>
                </a:solidFill>
                <a:latin typeface="Arial" panose="020B0604020202020204"/>
                <a:ea typeface="Arial" panose="020B0604020202020204"/>
                <a:cs typeface="Arial" panose="020B0604020202020204"/>
              </a:rPr>
              <a:t>key_mask</a:t>
            </a:r>
            <a:r>
              <a:rPr lang="zh-CN" altLang="en-US" sz="1600" dirty="0">
                <a:solidFill>
                  <a:srgbClr val="273444"/>
                </a:solidFill>
                <a:latin typeface="Arial" panose="020B0604020202020204"/>
                <a:ea typeface="Arial" panose="020B0604020202020204"/>
                <a:cs typeface="Arial" panose="020B0604020202020204"/>
              </a:rPr>
              <a:t>。</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系统默认配置与个人配置并存，能兼顾游客体验和高级用户定制需求。</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调用记录表能够服务于限流、异常排查和后续成本统计。</a:t>
            </a: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3.2 </a:t>
            </a:r>
            <a:r>
              <a:rPr lang="zh-CN" altLang="en-US" dirty="0">
                <a:latin typeface="黑体" panose="02010609060101010101" charset="-122"/>
                <a:ea typeface="黑体" panose="02010609060101010101" charset="-122"/>
              </a:rPr>
              <a:t>各模块接口</a:t>
            </a:r>
            <a:r>
              <a:rPr dirty="0">
                <a:latin typeface="黑体" panose="02010609060101010101" charset="-122"/>
                <a:ea typeface="黑体" panose="02010609060101010101" charset="-122"/>
              </a:rPr>
              <a:t>设计</a:t>
            </a:r>
            <a:r>
              <a:rPr lang="en-US" dirty="0">
                <a:latin typeface="黑体" panose="02010609060101010101" charset="-122"/>
              </a:rPr>
              <a:t>—</a:t>
            </a:r>
            <a:r>
              <a:rPr lang="zh-CN" altLang="en-US" b="0" dirty="0"/>
              <a:t>社区功能模块</a:t>
            </a:r>
            <a:endParaRPr b="0" dirty="0">
              <a:latin typeface="黑体" panose="02010609060101010101" charset="-122"/>
              <a:ea typeface="黑体" panose="02010609060101010101" charset="-122"/>
            </a:endParaRPr>
          </a:p>
        </p:txBody>
      </p:sp>
      <p:sp>
        <p:nvSpPr>
          <p:cNvPr id="3" name="文本框 2"/>
          <p:cNvSpPr txBox="1"/>
          <p:nvPr/>
        </p:nvSpPr>
        <p:spPr>
          <a:xfrm>
            <a:off x="578497" y="1053538"/>
            <a:ext cx="8313576" cy="646331"/>
          </a:xfrm>
          <a:prstGeom prst="rect">
            <a:avLst/>
          </a:prstGeom>
          <a:noFill/>
        </p:spPr>
        <p:txBody>
          <a:bodyPr wrap="square" rtlCol="0">
            <a:spAutoFit/>
          </a:bodyPr>
          <a:lstStyle/>
          <a:p>
            <a:pPr>
              <a:defRPr sz="1500">
                <a:solidFill>
                  <a:srgbClr val="5F6B7A"/>
                </a:solidFill>
                <a:latin typeface="Arial" panose="020B0604020202020204"/>
                <a:ea typeface="Arial" panose="020B0604020202020204"/>
                <a:cs typeface="Arial" panose="020B0604020202020204"/>
              </a:defRPr>
            </a:pPr>
            <a:r>
              <a:rPr lang="zh-CN" altLang="en-US" sz="1800" dirty="0">
                <a:solidFill>
                  <a:srgbClr val="5F6B7A"/>
                </a:solidFill>
                <a:latin typeface="Arial" panose="020B0604020202020204"/>
                <a:ea typeface="Arial" panose="020B0604020202020204"/>
                <a:cs typeface="Arial" panose="020B0604020202020204"/>
              </a:rPr>
              <a:t>负责 </a:t>
            </a:r>
            <a:r>
              <a:rPr lang="en-US" altLang="zh-CN" sz="1800" dirty="0">
                <a:solidFill>
                  <a:srgbClr val="5F6B7A"/>
                </a:solidFill>
                <a:latin typeface="Arial" panose="020B0604020202020204"/>
                <a:ea typeface="Arial" panose="020B0604020202020204"/>
                <a:cs typeface="Arial" panose="020B0604020202020204"/>
              </a:rPr>
              <a:t>Prompt </a:t>
            </a:r>
            <a:r>
              <a:rPr lang="zh-CN" altLang="en-US" sz="1800" dirty="0">
                <a:solidFill>
                  <a:srgbClr val="5F6B7A"/>
                </a:solidFill>
                <a:latin typeface="Arial" panose="020B0604020202020204"/>
                <a:ea typeface="Arial" panose="020B0604020202020204"/>
                <a:cs typeface="Arial" panose="020B0604020202020204"/>
              </a:rPr>
              <a:t>分享、公开展示和收藏行为，是用户内容流转到社区的重要环节。</a:t>
            </a:r>
            <a:endParaRPr lang="zh-CN" altLang="en-US" sz="1800" dirty="0">
              <a:solidFill>
                <a:srgbClr val="5F6B7A"/>
              </a:solidFill>
              <a:latin typeface="Arial" panose="020B0604020202020204"/>
              <a:ea typeface="Arial" panose="020B0604020202020204"/>
              <a:cs typeface="Arial" panose="020B0604020202020204"/>
            </a:endParaRPr>
          </a:p>
          <a:p>
            <a:endParaRPr lang="zh-CN" altLang="en-US" dirty="0"/>
          </a:p>
        </p:txBody>
      </p:sp>
      <p:graphicFrame>
        <p:nvGraphicFramePr>
          <p:cNvPr id="5" name="表格 4"/>
          <p:cNvGraphicFramePr>
            <a:graphicFrameLocks noGrp="1"/>
          </p:cNvGraphicFramePr>
          <p:nvPr/>
        </p:nvGraphicFramePr>
        <p:xfrm>
          <a:off x="261257" y="1970457"/>
          <a:ext cx="6326153" cy="4142960"/>
        </p:xfrm>
        <a:graphic>
          <a:graphicData uri="http://schemas.openxmlformats.org/drawingml/2006/table">
            <a:tbl>
              <a:tblPr firstRow="1" bandRow="1">
                <a:tableStyleId>{F2DE63D5-997A-4646-A377-4702673A728D}</a:tableStyleId>
              </a:tblPr>
              <a:tblGrid>
                <a:gridCol w="1791478"/>
                <a:gridCol w="2759577"/>
                <a:gridCol w="1775098"/>
              </a:tblGrid>
              <a:tr h="664000">
                <a:tc>
                  <a:txBody>
                    <a:bodyPr/>
                    <a:lstStyle/>
                    <a:p>
                      <a:pPr algn="ctr"/>
                      <a:r>
                        <a:rPr lang="zh-CN" altLang="en-US" dirty="0"/>
                        <a:t>请求方法</a:t>
                      </a:r>
                      <a:endParaRPr lang="zh-CN" altLang="en-US" dirty="0"/>
                    </a:p>
                  </a:txBody>
                  <a:tcPr anchor="ctr"/>
                </a:tc>
                <a:tc>
                  <a:txBody>
                    <a:bodyPr/>
                    <a:lstStyle/>
                    <a:p>
                      <a:pPr algn="ctr"/>
                      <a:r>
                        <a:rPr lang="zh-CN" altLang="en-US" dirty="0"/>
                        <a:t>接口路径</a:t>
                      </a:r>
                      <a:endParaRPr lang="zh-CN" altLang="en-US" dirty="0"/>
                    </a:p>
                  </a:txBody>
                  <a:tcPr anchor="ctr"/>
                </a:tc>
                <a:tc>
                  <a:txBody>
                    <a:bodyPr/>
                    <a:lstStyle/>
                    <a:p>
                      <a:pPr algn="ctr"/>
                      <a:r>
                        <a:rPr lang="zh-CN" altLang="en-US" dirty="0"/>
                        <a:t>功能说明</a:t>
                      </a:r>
                      <a:endParaRPr lang="zh-CN" altLang="en-US" dirty="0"/>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/community/share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提交社区分享申请</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/community/prompts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浏览社区</a:t>
                      </a:r>
                      <a:r>
                        <a:rPr lang="en-US" altLang="zh-CN" sz="1600" kern="1200" dirty="0">
                          <a:solidFill>
                            <a:schemeClr val="tx1"/>
                          </a:solidFill>
                          <a:latin typeface="+mn-lt"/>
                          <a:ea typeface="Arial" panose="020B0604020202020204"/>
                          <a:cs typeface="Arial" panose="020B0604020202020204"/>
                        </a:rPr>
                        <a:t>Prompt</a:t>
                      </a:r>
                      <a:r>
                        <a:rPr lang="zh-CN" altLang="en-US" sz="1600" kern="1200" dirty="0">
                          <a:solidFill>
                            <a:schemeClr val="tx1"/>
                          </a:solidFill>
                          <a:latin typeface="+mn-lt"/>
                          <a:ea typeface="Arial" panose="020B0604020202020204"/>
                          <a:cs typeface="Arial" panose="020B0604020202020204"/>
                        </a:rPr>
                        <a:t>内容</a:t>
                      </a:r>
                      <a:endParaRPr lang="zh-CN" altLang="en-US" sz="1600" kern="1200" dirty="0">
                        <a:solidFill>
                          <a:schemeClr val="tx1"/>
                        </a:solidFill>
                        <a:latin typeface="+mn-lt"/>
                        <a:ea typeface="+mn-ea"/>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r>
                        <a:rPr lang="en-US" altLang="zh-CN" b="1" dirty="0">
                          <a:solidFill>
                            <a:schemeClr val="tx1"/>
                          </a:solidFill>
                        </a:rPr>
                        <a:t>/</a:t>
                      </a:r>
                      <a:r>
                        <a:rPr lang="en-US" altLang="zh-CN" b="1" dirty="0">
                          <a:solidFill>
                            <a:schemeClr val="accent1">
                              <a:lumMod val="60000"/>
                              <a:lumOff val="40000"/>
                            </a:schemeClr>
                          </a:solidFill>
                        </a:rPr>
                        <a:t>DELETE</a:t>
                      </a:r>
                      <a:endParaRPr lang="zh-CN" altLang="en-US" b="1" dirty="0">
                        <a:solidFill>
                          <a:schemeClr val="accent1">
                            <a:lumMod val="60000"/>
                            <a:lumOff val="40000"/>
                          </a:schemeClr>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/community/prompts/{id}/favorite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收藏</a:t>
                      </a:r>
                      <a:r>
                        <a:rPr lang="en-US" altLang="zh-CN" sz="1600" kern="1200" dirty="0">
                          <a:solidFill>
                            <a:schemeClr val="tx1"/>
                          </a:solidFill>
                          <a:latin typeface="+mn-lt"/>
                          <a:ea typeface="Arial" panose="020B0604020202020204"/>
                          <a:cs typeface="Arial" panose="020B0604020202020204"/>
                        </a:rPr>
                        <a:t>/</a:t>
                      </a:r>
                      <a:r>
                        <a:rPr lang="zh-CN" altLang="en-US" sz="1600" kern="1200" dirty="0">
                          <a:solidFill>
                            <a:schemeClr val="tx1"/>
                          </a:solidFill>
                          <a:latin typeface="+mn-lt"/>
                          <a:ea typeface="Arial" panose="020B0604020202020204"/>
                          <a:cs typeface="Arial" panose="020B0604020202020204"/>
                        </a:rPr>
                        <a:t>取消收藏社区 </a:t>
                      </a:r>
                      <a:r>
                        <a:rPr lang="en-US" altLang="zh-CN" sz="1600" kern="1200" dirty="0">
                          <a:solidFill>
                            <a:schemeClr val="tx1"/>
                          </a:solidFill>
                          <a:latin typeface="+mn-lt"/>
                          <a:ea typeface="Arial" panose="020B0604020202020204"/>
                          <a:cs typeface="Arial" panose="020B0604020202020204"/>
                        </a:rPr>
                        <a:t>Prompt</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/community/tags/{tag}/prompts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按标签查找 </a:t>
                      </a:r>
                      <a:r>
                        <a:rPr lang="en-US" altLang="zh-CN" sz="1600" kern="1200" dirty="0">
                          <a:solidFill>
                            <a:schemeClr val="tx1"/>
                          </a:solidFill>
                          <a:latin typeface="+mn-lt"/>
                          <a:ea typeface="Arial" panose="020B0604020202020204"/>
                          <a:cs typeface="Arial" panose="020B0604020202020204"/>
                        </a:rPr>
                        <a:t>Prompt</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/community/prompts/{</a:t>
                      </a:r>
                      <a:r>
                        <a:rPr lang="en-US" altLang="zh-CN" sz="1600" kern="1200" dirty="0" err="1">
                          <a:solidFill>
                            <a:srgbClr val="505E71"/>
                          </a:solidFill>
                          <a:latin typeface="+mn-lt"/>
                          <a:ea typeface="Arial" panose="020B0604020202020204"/>
                          <a:cs typeface="Arial" panose="020B0604020202020204"/>
                        </a:rPr>
                        <a:t>communityPromptId</a:t>
                      </a:r>
                      <a:r>
                        <a:rPr lang="en-US" altLang="zh-CN" sz="1600" kern="1200" dirty="0">
                          <a:solidFill>
                            <a:srgbClr val="505E71"/>
                          </a:solidFill>
                          <a:latin typeface="+mn-lt"/>
                          <a:ea typeface="Arial" panose="020B0604020202020204"/>
                          <a:cs typeface="Arial" panose="020B0604020202020204"/>
                        </a:rPr>
                        <a:t>}/reports</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举报社区 </a:t>
                      </a:r>
                      <a:r>
                        <a:rPr lang="en-US" altLang="zh-CN" sz="1600" kern="1200" dirty="0">
                          <a:solidFill>
                            <a:schemeClr val="tx1"/>
                          </a:solidFill>
                          <a:latin typeface="+mn-lt"/>
                          <a:ea typeface="Arial" panose="020B0604020202020204"/>
                          <a:cs typeface="Arial" panose="020B0604020202020204"/>
                        </a:rPr>
                        <a:t>Prompt</a:t>
                      </a:r>
                      <a:endParaRPr lang="zh-CN" altLang="en-US" sz="1600" kern="1200" dirty="0">
                        <a:solidFill>
                          <a:schemeClr val="tx1"/>
                        </a:solidFill>
                        <a:latin typeface="+mn-lt"/>
                        <a:cs typeface="Arial" panose="020B0604020202020204"/>
                      </a:endParaRPr>
                    </a:p>
                  </a:txBody>
                  <a:tcPr anchor="ctr"/>
                </a:tc>
              </a:tr>
            </a:tbl>
          </a:graphicData>
        </a:graphic>
      </p:graphicFrame>
      <p:sp>
        <p:nvSpPr>
          <p:cNvPr id="6" name="文本框 5"/>
          <p:cNvSpPr txBox="1"/>
          <p:nvPr/>
        </p:nvSpPr>
        <p:spPr>
          <a:xfrm>
            <a:off x="7287212" y="1640258"/>
            <a:ext cx="4077474" cy="2092881"/>
          </a:xfrm>
          <a:prstGeom prst="rect">
            <a:avLst/>
          </a:prstGeom>
          <a:noFill/>
        </p:spPr>
        <p:txBody>
          <a:bodyPr wrap="square" rtlCol="0">
            <a:spAutoFit/>
          </a:bodyPr>
          <a:lstStyle/>
          <a:p>
            <a:pPr algn="ctr"/>
            <a:r>
              <a:rPr lang="zh-CN" altLang="en-US" sz="1800" b="1" dirty="0">
                <a:solidFill>
                  <a:srgbClr val="005BAC"/>
                </a:solidFill>
                <a:latin typeface="Arial" panose="020B0604020202020204"/>
                <a:ea typeface="Arial" panose="020B0604020202020204"/>
                <a:cs typeface="Arial" panose="020B0604020202020204"/>
              </a:rPr>
              <a:t>接口目标</a:t>
            </a:r>
            <a:endParaRPr lang="en-US" altLang="zh-CN"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实现个人 </a:t>
            </a:r>
            <a:r>
              <a:rPr lang="en-US" altLang="zh-CN" sz="1600" dirty="0">
                <a:solidFill>
                  <a:srgbClr val="273444"/>
                </a:solidFill>
                <a:latin typeface="Arial" panose="020B0604020202020204"/>
                <a:ea typeface="Arial" panose="020B0604020202020204"/>
                <a:cs typeface="Arial" panose="020B0604020202020204"/>
              </a:rPr>
              <a:t>Prompt </a:t>
            </a:r>
            <a:r>
              <a:rPr lang="zh-CN" altLang="en-US" sz="1600" dirty="0">
                <a:solidFill>
                  <a:srgbClr val="273444"/>
                </a:solidFill>
                <a:latin typeface="Arial" panose="020B0604020202020204"/>
                <a:ea typeface="Arial" panose="020B0604020202020204"/>
                <a:cs typeface="Arial" panose="020B0604020202020204"/>
              </a:rPr>
              <a:t>到社区内容的流转，并支持审核前快照保存。</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通过公开列表与收藏关系维护形成社区互动闭环。</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确保社区展示内容不受用户私有 </a:t>
            </a:r>
            <a:r>
              <a:rPr lang="en-US" altLang="zh-CN" sz="1600" dirty="0">
                <a:solidFill>
                  <a:srgbClr val="273444"/>
                </a:solidFill>
                <a:latin typeface="Arial" panose="020B0604020202020204"/>
                <a:ea typeface="Arial" panose="020B0604020202020204"/>
                <a:cs typeface="Arial" panose="020B0604020202020204"/>
              </a:rPr>
              <a:t>Prompt </a:t>
            </a:r>
            <a:r>
              <a:rPr lang="zh-CN" altLang="en-US" sz="1600" dirty="0">
                <a:solidFill>
                  <a:srgbClr val="273444"/>
                </a:solidFill>
                <a:latin typeface="Arial" panose="020B0604020202020204"/>
                <a:ea typeface="Arial" panose="020B0604020202020204"/>
                <a:cs typeface="Arial" panose="020B0604020202020204"/>
              </a:rPr>
              <a:t>后续修改影响。</a:t>
            </a: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
        <p:nvSpPr>
          <p:cNvPr id="7" name="文本框 6"/>
          <p:cNvSpPr txBox="1"/>
          <p:nvPr/>
        </p:nvSpPr>
        <p:spPr>
          <a:xfrm>
            <a:off x="7287212" y="3884320"/>
            <a:ext cx="4077474" cy="2339102"/>
          </a:xfrm>
          <a:prstGeom prst="rect">
            <a:avLst/>
          </a:prstGeom>
          <a:noFill/>
        </p:spPr>
        <p:txBody>
          <a:bodyPr wrap="square" rtlCol="0">
            <a:spAutoFit/>
          </a:bodyPr>
          <a:lstStyle/>
          <a:p>
            <a:pPr algn="ctr">
              <a:defRPr sz="1350" b="1">
                <a:solidFill>
                  <a:srgbClr val="005BAC"/>
                </a:solidFill>
                <a:latin typeface="Arial" panose="020B0604020202020204"/>
                <a:ea typeface="Arial" panose="020B0604020202020204"/>
                <a:cs typeface="Arial" panose="020B0604020202020204"/>
              </a:defRPr>
            </a:pPr>
            <a:r>
              <a:rPr lang="zh-CN" altLang="en-US" sz="1800" b="1" dirty="0">
                <a:solidFill>
                  <a:srgbClr val="005BAC"/>
                </a:solidFill>
                <a:latin typeface="Arial" panose="020B0604020202020204"/>
                <a:ea typeface="Arial" panose="020B0604020202020204"/>
                <a:cs typeface="Arial" panose="020B0604020202020204"/>
              </a:rPr>
              <a:t>设计要点</a:t>
            </a:r>
            <a:endParaRPr lang="zh-CN" altLang="en-US"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en-US" altLang="zh-CN" sz="1600" dirty="0" err="1">
                <a:solidFill>
                  <a:srgbClr val="273444"/>
                </a:solidFill>
                <a:latin typeface="Arial" panose="020B0604020202020204"/>
                <a:ea typeface="Arial" panose="020B0604020202020204"/>
                <a:cs typeface="Arial" panose="020B0604020202020204"/>
              </a:rPr>
              <a:t>community_prompts</a:t>
            </a:r>
            <a:r>
              <a:rPr lang="en-US" altLang="zh-CN" sz="1600" dirty="0">
                <a:solidFill>
                  <a:srgbClr val="273444"/>
                </a:solidFill>
                <a:latin typeface="Arial" panose="020B0604020202020204"/>
                <a:ea typeface="Arial" panose="020B0604020202020204"/>
                <a:cs typeface="Arial" panose="020B0604020202020204"/>
              </a:rPr>
              <a:t> </a:t>
            </a:r>
            <a:r>
              <a:rPr lang="zh-CN" altLang="en-US" sz="1600" dirty="0">
                <a:solidFill>
                  <a:srgbClr val="273444"/>
                </a:solidFill>
                <a:latin typeface="Arial" panose="020B0604020202020204"/>
                <a:ea typeface="Arial" panose="020B0604020202020204"/>
                <a:cs typeface="Arial" panose="020B0604020202020204"/>
              </a:rPr>
              <a:t>保存标题、内容、标签等快照，保证社区版本稳定。</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公开列表仅查询 </a:t>
            </a:r>
            <a:r>
              <a:rPr lang="en-US" altLang="zh-CN" sz="1600" dirty="0">
                <a:solidFill>
                  <a:srgbClr val="273444"/>
                </a:solidFill>
                <a:latin typeface="Arial" panose="020B0604020202020204"/>
                <a:ea typeface="Arial" panose="020B0604020202020204"/>
                <a:cs typeface="Arial" panose="020B0604020202020204"/>
              </a:rPr>
              <a:t>approved </a:t>
            </a:r>
            <a:r>
              <a:rPr lang="zh-CN" altLang="en-US" sz="1600" dirty="0">
                <a:solidFill>
                  <a:srgbClr val="273444"/>
                </a:solidFill>
                <a:latin typeface="Arial" panose="020B0604020202020204"/>
                <a:ea typeface="Arial" panose="020B0604020202020204"/>
                <a:cs typeface="Arial" panose="020B0604020202020204"/>
              </a:rPr>
              <a:t>状态的数据，审核前内容不会直接暴露给所有用户。</a:t>
            </a:r>
            <a:endParaRPr lang="en-US" altLang="zh-CN"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收藏接口单独维护 </a:t>
            </a:r>
            <a:r>
              <a:rPr lang="en-US" altLang="zh-CN" sz="1600" dirty="0" err="1">
                <a:solidFill>
                  <a:srgbClr val="273444"/>
                </a:solidFill>
                <a:latin typeface="Arial" panose="020B0604020202020204"/>
                <a:ea typeface="Arial" panose="020B0604020202020204"/>
                <a:cs typeface="Arial" panose="020B0604020202020204"/>
              </a:rPr>
              <a:t>user_favorites</a:t>
            </a:r>
            <a:r>
              <a:rPr lang="zh-CN" altLang="en-US" sz="1600" dirty="0">
                <a:solidFill>
                  <a:srgbClr val="273444"/>
                </a:solidFill>
                <a:latin typeface="Arial" panose="020B0604020202020204"/>
                <a:ea typeface="Arial" panose="020B0604020202020204"/>
                <a:cs typeface="Arial" panose="020B0604020202020204"/>
              </a:rPr>
              <a:t>，便于后续扩展热度与推荐逻辑。</a:t>
            </a:r>
            <a:endParaRPr lang="zh-CN" altLang="en-US" sz="1600" dirty="0">
              <a:solidFill>
                <a:srgbClr val="273444"/>
              </a:solidFill>
              <a:latin typeface="Arial" panose="020B0604020202020204"/>
              <a:ea typeface="Arial" panose="020B0604020202020204"/>
              <a:cs typeface="Arial" panose="020B0604020202020204"/>
            </a:endParaRPr>
          </a:p>
          <a:p>
            <a:pPr>
              <a:defRPr sz="1500">
                <a:solidFill>
                  <a:srgbClr val="273444"/>
                </a:solidFill>
                <a:latin typeface="Arial" panose="020B0604020202020204"/>
                <a:ea typeface="Arial" panose="020B0604020202020204"/>
                <a:cs typeface="Arial" panose="020B0604020202020204"/>
              </a:defRPr>
            </a:pP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3.2 </a:t>
            </a:r>
            <a:r>
              <a:rPr lang="zh-CN" altLang="en-US" dirty="0">
                <a:latin typeface="黑体" panose="02010609060101010101" charset="-122"/>
                <a:ea typeface="黑体" panose="02010609060101010101" charset="-122"/>
              </a:rPr>
              <a:t>各模块接口</a:t>
            </a:r>
            <a:r>
              <a:rPr dirty="0">
                <a:latin typeface="黑体" panose="02010609060101010101" charset="-122"/>
                <a:ea typeface="黑体" panose="02010609060101010101" charset="-122"/>
              </a:rPr>
              <a:t>设计</a:t>
            </a:r>
            <a:r>
              <a:rPr lang="en-US" dirty="0">
                <a:latin typeface="黑体" panose="02010609060101010101" charset="-122"/>
              </a:rPr>
              <a:t>--</a:t>
            </a:r>
            <a:r>
              <a:rPr lang="zh-CN" altLang="en-US" b="0" dirty="0"/>
              <a:t>管理员模块</a:t>
            </a:r>
            <a:endParaRPr b="0" dirty="0">
              <a:latin typeface="黑体" panose="02010609060101010101" charset="-122"/>
              <a:ea typeface="黑体" panose="02010609060101010101" charset="-122"/>
            </a:endParaRPr>
          </a:p>
        </p:txBody>
      </p:sp>
      <p:sp>
        <p:nvSpPr>
          <p:cNvPr id="3" name="文本框 2"/>
          <p:cNvSpPr txBox="1"/>
          <p:nvPr/>
        </p:nvSpPr>
        <p:spPr>
          <a:xfrm>
            <a:off x="578497" y="1053538"/>
            <a:ext cx="8921267" cy="646331"/>
          </a:xfrm>
          <a:prstGeom prst="rect">
            <a:avLst/>
          </a:prstGeom>
          <a:noFill/>
        </p:spPr>
        <p:txBody>
          <a:bodyPr wrap="square" rtlCol="0">
            <a:spAutoFit/>
          </a:bodyPr>
          <a:lstStyle/>
          <a:p>
            <a:pPr>
              <a:defRPr sz="1500">
                <a:solidFill>
                  <a:srgbClr val="5F6B7A"/>
                </a:solidFill>
                <a:latin typeface="Arial" panose="020B0604020202020204"/>
                <a:ea typeface="Arial" panose="020B0604020202020204"/>
                <a:cs typeface="Arial" panose="020B0604020202020204"/>
              </a:defRPr>
            </a:pPr>
            <a:r>
              <a:rPr lang="zh-CN" altLang="en-US" sz="1800" dirty="0">
                <a:solidFill>
                  <a:srgbClr val="5F6B7A"/>
                </a:solidFill>
                <a:latin typeface="Arial" panose="020B0604020202020204"/>
                <a:ea typeface="Arial" panose="020B0604020202020204"/>
                <a:cs typeface="Arial" panose="020B0604020202020204"/>
              </a:rPr>
              <a:t>负责用户治理、社区审核、举报处理与审计日志记录，是系统运行秩序的保障模块。</a:t>
            </a:r>
            <a:endParaRPr lang="zh-CN" altLang="en-US" sz="1800" dirty="0">
              <a:solidFill>
                <a:srgbClr val="5F6B7A"/>
              </a:solidFill>
              <a:latin typeface="Arial" panose="020B0604020202020204"/>
              <a:ea typeface="Arial" panose="020B0604020202020204"/>
              <a:cs typeface="Arial" panose="020B0604020202020204"/>
            </a:endParaRPr>
          </a:p>
          <a:p>
            <a:endParaRPr lang="zh-CN" altLang="en-US" dirty="0"/>
          </a:p>
        </p:txBody>
      </p:sp>
      <p:graphicFrame>
        <p:nvGraphicFramePr>
          <p:cNvPr id="5" name="表格 4"/>
          <p:cNvGraphicFramePr>
            <a:graphicFrameLocks noGrp="1"/>
          </p:cNvGraphicFramePr>
          <p:nvPr/>
        </p:nvGraphicFramePr>
        <p:xfrm>
          <a:off x="722602" y="1970457"/>
          <a:ext cx="5864808" cy="3984000"/>
        </p:xfrm>
        <a:graphic>
          <a:graphicData uri="http://schemas.openxmlformats.org/drawingml/2006/table">
            <a:tbl>
              <a:tblPr firstRow="1" bandRow="1">
                <a:tableStyleId>{F2DE63D5-997A-4646-A377-4702673A728D}</a:tableStyleId>
              </a:tblPr>
              <a:tblGrid>
                <a:gridCol w="1414108"/>
                <a:gridCol w="2495764"/>
                <a:gridCol w="1954936"/>
              </a:tblGrid>
              <a:tr h="664000">
                <a:tc>
                  <a:txBody>
                    <a:bodyPr/>
                    <a:lstStyle/>
                    <a:p>
                      <a:pPr algn="ctr"/>
                      <a:r>
                        <a:rPr lang="zh-CN" altLang="en-US" dirty="0"/>
                        <a:t>请求方法</a:t>
                      </a:r>
                      <a:endParaRPr lang="zh-CN" altLang="en-US" dirty="0"/>
                    </a:p>
                  </a:txBody>
                  <a:tcPr anchor="ctr"/>
                </a:tc>
                <a:tc>
                  <a:txBody>
                    <a:bodyPr/>
                    <a:lstStyle/>
                    <a:p>
                      <a:pPr algn="ctr"/>
                      <a:r>
                        <a:rPr lang="zh-CN" altLang="en-US" dirty="0"/>
                        <a:t>接口路径</a:t>
                      </a:r>
                      <a:endParaRPr lang="zh-CN" altLang="en-US" dirty="0"/>
                    </a:p>
                  </a:txBody>
                  <a:tcPr anchor="ctr"/>
                </a:tc>
                <a:tc>
                  <a:txBody>
                    <a:bodyPr/>
                    <a:lstStyle/>
                    <a:p>
                      <a:pPr algn="ctr"/>
                      <a:r>
                        <a:rPr lang="zh-CN" altLang="en-US" dirty="0"/>
                        <a:t>功能说明</a:t>
                      </a:r>
                      <a:endParaRPr lang="zh-CN" altLang="en-US" dirty="0"/>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/admin/users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获取用户列表与状态</a:t>
                      </a:r>
                      <a:endParaRPr lang="zh-CN" altLang="en-US" sz="1600" kern="1200" dirty="0">
                        <a:solidFill>
                          <a:schemeClr val="tx1"/>
                        </a:solidFill>
                        <a:latin typeface="+mn-lt"/>
                        <a:cs typeface="Arial" panose="020B0604020202020204"/>
                      </a:endParaRPr>
                    </a:p>
                  </a:txBody>
                  <a:tcPr anchor="ctr"/>
                </a:tc>
              </a:tr>
              <a:tr h="664000">
                <a:tc>
                  <a:txBody>
                    <a:bodyPr/>
                    <a:lstStyle/>
                    <a:p>
                      <a:pPr algn="ctr"/>
                      <a:r>
                        <a:rPr lang="en-US" altLang="zh-CN" b="1" dirty="0">
                          <a:solidFill>
                            <a:srgbClr val="E642CB"/>
                          </a:solidFill>
                        </a:rPr>
                        <a:t>PATCH</a:t>
                      </a:r>
                      <a:endParaRPr lang="zh-CN" altLang="en-US" b="1" dirty="0">
                        <a:solidFill>
                          <a:srgbClr val="E642CB"/>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/admin/users/{</a:t>
                      </a:r>
                      <a:r>
                        <a:rPr lang="en-US" altLang="zh-CN" sz="1600" kern="1200" dirty="0" err="1">
                          <a:solidFill>
                            <a:srgbClr val="505E71"/>
                          </a:solidFill>
                          <a:latin typeface="+mn-lt"/>
                          <a:ea typeface="Arial" panose="020B0604020202020204"/>
                          <a:cs typeface="Arial" panose="020B0604020202020204"/>
                        </a:rPr>
                        <a:t>userId</a:t>
                      </a:r>
                      <a:r>
                        <a:rPr lang="en-US" altLang="zh-CN" sz="1600" kern="1200" dirty="0">
                          <a:solidFill>
                            <a:srgbClr val="505E71"/>
                          </a:solidFill>
                          <a:latin typeface="+mn-lt"/>
                          <a:ea typeface="Arial" panose="020B0604020202020204"/>
                          <a:cs typeface="Arial" panose="020B0604020202020204"/>
                        </a:rPr>
                        <a:t>}</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禁用 </a:t>
                      </a:r>
                      <a:r>
                        <a:rPr lang="en-US" altLang="zh-CN" sz="1600" kern="1200" dirty="0">
                          <a:solidFill>
                            <a:schemeClr val="tx1"/>
                          </a:solidFill>
                          <a:latin typeface="+mn-lt"/>
                          <a:ea typeface="Arial" panose="020B0604020202020204"/>
                          <a:cs typeface="Arial" panose="020B0604020202020204"/>
                        </a:rPr>
                        <a:t>/ </a:t>
                      </a:r>
                      <a:r>
                        <a:rPr lang="zh-CN" altLang="en-US" sz="1600" kern="1200" dirty="0">
                          <a:solidFill>
                            <a:schemeClr val="tx1"/>
                          </a:solidFill>
                          <a:latin typeface="+mn-lt"/>
                          <a:ea typeface="Arial" panose="020B0604020202020204"/>
                          <a:cs typeface="Arial" panose="020B0604020202020204"/>
                        </a:rPr>
                        <a:t>恢复 用户</a:t>
                      </a:r>
                      <a:endParaRPr lang="zh-CN" altLang="en-US" sz="1600" kern="1200" dirty="0">
                        <a:solidFill>
                          <a:schemeClr val="tx1"/>
                        </a:solidFill>
                        <a:latin typeface="+mn-lt"/>
                        <a:ea typeface="+mn-ea"/>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/admin/shared-prompts/{</a:t>
                      </a:r>
                      <a:r>
                        <a:rPr lang="en-US" altLang="zh-CN" sz="1600" kern="1200" dirty="0" err="1">
                          <a:solidFill>
                            <a:srgbClr val="505E71"/>
                          </a:solidFill>
                          <a:latin typeface="+mn-lt"/>
                          <a:ea typeface="Arial" panose="020B0604020202020204"/>
                          <a:cs typeface="Arial" panose="020B0604020202020204"/>
                        </a:rPr>
                        <a:t>promptId</a:t>
                      </a:r>
                      <a:r>
                        <a:rPr lang="en-US" altLang="zh-CN" sz="1600" kern="1200" dirty="0">
                          <a:solidFill>
                            <a:srgbClr val="505E71"/>
                          </a:solidFill>
                          <a:latin typeface="+mn-lt"/>
                          <a:ea typeface="Arial" panose="020B0604020202020204"/>
                          <a:cs typeface="Arial" panose="020B0604020202020204"/>
                        </a:rPr>
                        <a:t>}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审核用户分享的 </a:t>
                      </a:r>
                      <a:r>
                        <a:rPr lang="en-US" altLang="zh-CN" sz="1600" kern="1200" dirty="0">
                          <a:solidFill>
                            <a:schemeClr val="tx1"/>
                          </a:solidFill>
                          <a:latin typeface="+mn-lt"/>
                          <a:ea typeface="Arial" panose="020B0604020202020204"/>
                          <a:cs typeface="Arial" panose="020B0604020202020204"/>
                        </a:rPr>
                        <a:t>Prompt</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sz="1800" b="1" dirty="0">
                          <a:solidFill>
                            <a:srgbClr val="00B050"/>
                          </a:solidFill>
                        </a:rPr>
                        <a:t>GET</a:t>
                      </a:r>
                      <a:endParaRPr lang="zh-CN" altLang="en-US" b="1" dirty="0">
                        <a:solidFill>
                          <a:srgbClr val="00B05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/admin/prompts/{</a:t>
                      </a:r>
                      <a:r>
                        <a:rPr lang="en-US" altLang="zh-CN" sz="1600" kern="1200" dirty="0" err="1">
                          <a:solidFill>
                            <a:srgbClr val="505E71"/>
                          </a:solidFill>
                          <a:latin typeface="+mn-lt"/>
                          <a:ea typeface="Arial" panose="020B0604020202020204"/>
                          <a:cs typeface="Arial" panose="020B0604020202020204"/>
                        </a:rPr>
                        <a:t>promptId</a:t>
                      </a:r>
                      <a:r>
                        <a:rPr lang="en-US" altLang="zh-CN" sz="1600" kern="1200" dirty="0">
                          <a:solidFill>
                            <a:srgbClr val="505E71"/>
                          </a:solidFill>
                          <a:latin typeface="+mn-lt"/>
                          <a:ea typeface="Arial" panose="020B0604020202020204"/>
                          <a:cs typeface="Arial" panose="020B0604020202020204"/>
                        </a:rPr>
                        <a:t>}</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查看用户 </a:t>
                      </a:r>
                      <a:r>
                        <a:rPr lang="en-US" altLang="zh-CN" sz="1600" kern="1200" dirty="0">
                          <a:solidFill>
                            <a:schemeClr val="tx1"/>
                          </a:solidFill>
                          <a:latin typeface="+mn-lt"/>
                          <a:ea typeface="Arial" panose="020B0604020202020204"/>
                          <a:cs typeface="Arial" panose="020B0604020202020204"/>
                        </a:rPr>
                        <a:t>Prompt </a:t>
                      </a:r>
                      <a:r>
                        <a:rPr lang="zh-CN" altLang="en-US" sz="1600" kern="1200" dirty="0">
                          <a:solidFill>
                            <a:schemeClr val="tx1"/>
                          </a:solidFill>
                          <a:latin typeface="+mn-lt"/>
                          <a:ea typeface="Arial" panose="020B0604020202020204"/>
                          <a:cs typeface="Arial" panose="020B0604020202020204"/>
                        </a:rPr>
                        <a:t>详情</a:t>
                      </a:r>
                      <a:endParaRPr lang="zh-CN" altLang="en-US" sz="1600" kern="1200" dirty="0">
                        <a:solidFill>
                          <a:schemeClr val="tx1"/>
                        </a:solidFill>
                        <a:latin typeface="+mn-lt"/>
                        <a:cs typeface="Arial" panose="020B0604020202020204"/>
                      </a:endParaRPr>
                    </a:p>
                  </a:txBody>
                  <a:tcPr anchor="ctr"/>
                </a:tc>
              </a:tr>
              <a:tr h="664000">
                <a:tc>
                  <a:txBody>
                    <a:bodyPr/>
                    <a:lstStyle/>
                    <a:p>
                      <a:pPr marL="0" marR="0" lvl="0" indent="0" algn="ctr" defTabSz="914400" eaLnBrk="1" fontAlgn="auto" latinLnBrk="0" hangingPunct="1">
                        <a:lnSpc>
                          <a:spcPct val="100000"/>
                        </a:lnSpc>
                        <a:spcBef>
                          <a:spcPts val="0"/>
                        </a:spcBef>
                        <a:spcAft>
                          <a:spcPts val="0"/>
                        </a:spcAft>
                        <a:buClrTx/>
                        <a:buSzTx/>
                        <a:buFontTx/>
                        <a:buNone/>
                        <a:defRPr/>
                      </a:pPr>
                      <a:r>
                        <a:rPr lang="en-US" altLang="zh-CN" b="1" dirty="0">
                          <a:solidFill>
                            <a:srgbClr val="FFC000"/>
                          </a:solidFill>
                        </a:rPr>
                        <a:t>POST</a:t>
                      </a:r>
                      <a:endParaRPr lang="zh-CN" altLang="en-US" b="1" dirty="0">
                        <a:solidFill>
                          <a:srgbClr val="FFC000"/>
                        </a:solidFill>
                      </a:endParaRPr>
                    </a:p>
                  </a:txBody>
                  <a:tcPr anchor="ctr"/>
                </a:tc>
                <a:tc>
                  <a:txBody>
                    <a:bodyPr/>
                    <a:lstStyle/>
                    <a:p>
                      <a:pPr marL="0" algn="ctr" defTabSz="914400"/>
                      <a:r>
                        <a:rPr lang="en-US" altLang="zh-CN" sz="1600" kern="1200" dirty="0">
                          <a:solidFill>
                            <a:srgbClr val="505E71"/>
                          </a:solidFill>
                          <a:latin typeface="+mn-lt"/>
                          <a:ea typeface="Arial" panose="020B0604020202020204"/>
                          <a:cs typeface="Arial" panose="020B0604020202020204"/>
                        </a:rPr>
                        <a:t>/</a:t>
                      </a:r>
                      <a:r>
                        <a:rPr lang="en-US" altLang="zh-CN" sz="1600" kern="1200" dirty="0" err="1">
                          <a:solidFill>
                            <a:srgbClr val="505E71"/>
                          </a:solidFill>
                          <a:latin typeface="+mn-lt"/>
                          <a:ea typeface="Arial" panose="020B0604020202020204"/>
                          <a:cs typeface="Arial" panose="020B0604020202020204"/>
                        </a:rPr>
                        <a:t>api</a:t>
                      </a:r>
                      <a:r>
                        <a:rPr lang="en-US" altLang="zh-CN" sz="1600" kern="1200" dirty="0">
                          <a:solidFill>
                            <a:srgbClr val="505E71"/>
                          </a:solidFill>
                          <a:latin typeface="+mn-lt"/>
                          <a:ea typeface="Arial" panose="020B0604020202020204"/>
                          <a:cs typeface="Arial" panose="020B0604020202020204"/>
                        </a:rPr>
                        <a:t>/admin/reports/{id}/handle </a:t>
                      </a:r>
                      <a:endParaRPr lang="zh-CN" altLang="en-US" sz="1600" kern="1200" dirty="0">
                        <a:solidFill>
                          <a:srgbClr val="505E71"/>
                        </a:solidFill>
                        <a:latin typeface="+mn-lt"/>
                        <a:cs typeface="Arial" panose="020B0604020202020204"/>
                      </a:endParaRPr>
                    </a:p>
                  </a:txBody>
                  <a:tcPr anchor="ctr"/>
                </a:tc>
                <a:tc>
                  <a:txBody>
                    <a:bodyPr/>
                    <a:lstStyle/>
                    <a:p>
                      <a:pPr marL="0" algn="ctr" defTabSz="914400"/>
                      <a:r>
                        <a:rPr lang="zh-CN" altLang="en-US" sz="1600" kern="1200" dirty="0">
                          <a:solidFill>
                            <a:schemeClr val="tx1"/>
                          </a:solidFill>
                          <a:latin typeface="+mn-lt"/>
                          <a:ea typeface="Arial" panose="020B0604020202020204"/>
                          <a:cs typeface="Arial" panose="020B0604020202020204"/>
                        </a:rPr>
                        <a:t>处理举报记录</a:t>
                      </a:r>
                      <a:endParaRPr lang="zh-CN" altLang="en-US" sz="1600" kern="1200" dirty="0">
                        <a:solidFill>
                          <a:schemeClr val="tx1"/>
                        </a:solidFill>
                        <a:latin typeface="+mn-lt"/>
                        <a:cs typeface="Arial" panose="020B0604020202020204"/>
                      </a:endParaRPr>
                    </a:p>
                  </a:txBody>
                  <a:tcPr anchor="ctr"/>
                </a:tc>
              </a:tr>
            </a:tbl>
          </a:graphicData>
        </a:graphic>
      </p:graphicFrame>
      <p:sp>
        <p:nvSpPr>
          <p:cNvPr id="6" name="文本框 5"/>
          <p:cNvSpPr txBox="1"/>
          <p:nvPr/>
        </p:nvSpPr>
        <p:spPr>
          <a:xfrm>
            <a:off x="7287212" y="1640258"/>
            <a:ext cx="4077474" cy="2092881"/>
          </a:xfrm>
          <a:prstGeom prst="rect">
            <a:avLst/>
          </a:prstGeom>
          <a:noFill/>
        </p:spPr>
        <p:txBody>
          <a:bodyPr wrap="square" rtlCol="0">
            <a:spAutoFit/>
          </a:bodyPr>
          <a:lstStyle/>
          <a:p>
            <a:pPr algn="ctr"/>
            <a:r>
              <a:rPr lang="zh-CN" altLang="en-US" sz="1800" b="1" dirty="0">
                <a:solidFill>
                  <a:srgbClr val="005BAC"/>
                </a:solidFill>
                <a:latin typeface="Arial" panose="020B0604020202020204"/>
                <a:ea typeface="Arial" panose="020B0604020202020204"/>
                <a:cs typeface="Arial" panose="020B0604020202020204"/>
              </a:rPr>
              <a:t>接口目标</a:t>
            </a:r>
            <a:endParaRPr lang="en-US" altLang="zh-CN"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对用户、社区内容和举报记录形成后台管理闭环。</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通过状态字段和审核意见，保留每次管理动作的业务依据。</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Ø"/>
            </a:pPr>
            <a:r>
              <a:rPr lang="zh-CN" altLang="en-US" sz="1600" dirty="0">
                <a:solidFill>
                  <a:srgbClr val="273444"/>
                </a:solidFill>
                <a:latin typeface="Arial" panose="020B0604020202020204"/>
                <a:ea typeface="Arial" panose="020B0604020202020204"/>
                <a:cs typeface="Arial" panose="020B0604020202020204"/>
              </a:rPr>
              <a:t>通过 </a:t>
            </a:r>
            <a:r>
              <a:rPr lang="en-US" altLang="zh-CN" sz="1600" dirty="0" err="1">
                <a:solidFill>
                  <a:srgbClr val="273444"/>
                </a:solidFill>
                <a:latin typeface="Arial" panose="020B0604020202020204"/>
                <a:ea typeface="Arial" panose="020B0604020202020204"/>
                <a:cs typeface="Arial" panose="020B0604020202020204"/>
              </a:rPr>
              <a:t>audit_logs</a:t>
            </a:r>
            <a:r>
              <a:rPr lang="zh-CN" altLang="en-US" sz="1600" dirty="0">
                <a:solidFill>
                  <a:srgbClr val="273444"/>
                </a:solidFill>
                <a:latin typeface="Arial" panose="020B0604020202020204"/>
                <a:ea typeface="Arial" panose="020B0604020202020204"/>
                <a:cs typeface="Arial" panose="020B0604020202020204"/>
              </a:rPr>
              <a:t> 记录关键操作，保证事后可追溯。</a:t>
            </a: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
        <p:nvSpPr>
          <p:cNvPr id="7" name="文本框 6"/>
          <p:cNvSpPr txBox="1"/>
          <p:nvPr/>
        </p:nvSpPr>
        <p:spPr>
          <a:xfrm>
            <a:off x="7287212" y="3884320"/>
            <a:ext cx="4077474" cy="2339102"/>
          </a:xfrm>
          <a:prstGeom prst="rect">
            <a:avLst/>
          </a:prstGeom>
          <a:noFill/>
        </p:spPr>
        <p:txBody>
          <a:bodyPr wrap="square" rtlCol="0">
            <a:spAutoFit/>
          </a:bodyPr>
          <a:lstStyle/>
          <a:p>
            <a:pPr algn="ctr">
              <a:defRPr sz="1350" b="1">
                <a:solidFill>
                  <a:srgbClr val="005BAC"/>
                </a:solidFill>
                <a:latin typeface="Arial" panose="020B0604020202020204"/>
                <a:ea typeface="Arial" panose="020B0604020202020204"/>
                <a:cs typeface="Arial" panose="020B0604020202020204"/>
              </a:defRPr>
            </a:pPr>
            <a:r>
              <a:rPr lang="zh-CN" altLang="en-US" sz="1800" b="1" dirty="0">
                <a:solidFill>
                  <a:srgbClr val="005BAC"/>
                </a:solidFill>
                <a:latin typeface="Arial" panose="020B0604020202020204"/>
                <a:ea typeface="Arial" panose="020B0604020202020204"/>
                <a:cs typeface="Arial" panose="020B0604020202020204"/>
              </a:rPr>
              <a:t>设计要点</a:t>
            </a:r>
            <a:endParaRPr lang="zh-CN" altLang="en-US" sz="1800" b="1" dirty="0">
              <a:solidFill>
                <a:srgbClr val="005BAC"/>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用户状态建议采用 </a:t>
            </a:r>
            <a:r>
              <a:rPr lang="en-US" altLang="zh-CN" sz="1600" dirty="0">
                <a:solidFill>
                  <a:srgbClr val="273444"/>
                </a:solidFill>
                <a:latin typeface="Arial" panose="020B0604020202020204"/>
                <a:ea typeface="Arial" panose="020B0604020202020204"/>
                <a:cs typeface="Arial" panose="020B0604020202020204"/>
              </a:rPr>
              <a:t>active / disabled / deleted</a:t>
            </a:r>
            <a:r>
              <a:rPr lang="zh-CN" altLang="en-US" sz="1600" dirty="0">
                <a:solidFill>
                  <a:srgbClr val="273444"/>
                </a:solidFill>
                <a:latin typeface="Arial" panose="020B0604020202020204"/>
                <a:ea typeface="Arial" panose="020B0604020202020204"/>
                <a:cs typeface="Arial" panose="020B0604020202020204"/>
              </a:rPr>
              <a:t>，兼顾封禁与逻辑删除场景。</a:t>
            </a:r>
            <a:endParaRPr lang="zh-CN" altLang="en-US"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社区审核与举报处理都需要记录 </a:t>
            </a:r>
            <a:r>
              <a:rPr lang="en-US" altLang="zh-CN" sz="1600" dirty="0" err="1">
                <a:solidFill>
                  <a:srgbClr val="273444"/>
                </a:solidFill>
                <a:latin typeface="Arial" panose="020B0604020202020204"/>
                <a:ea typeface="Arial" panose="020B0604020202020204"/>
                <a:cs typeface="Arial" panose="020B0604020202020204"/>
              </a:rPr>
              <a:t>handled_by</a:t>
            </a:r>
            <a:r>
              <a:rPr lang="en-US" altLang="zh-CN" sz="1600" dirty="0">
                <a:solidFill>
                  <a:srgbClr val="273444"/>
                </a:solidFill>
                <a:latin typeface="Arial" panose="020B0604020202020204"/>
                <a:ea typeface="Arial" panose="020B0604020202020204"/>
                <a:cs typeface="Arial" panose="020B0604020202020204"/>
              </a:rPr>
              <a:t> / </a:t>
            </a:r>
            <a:r>
              <a:rPr lang="en-US" altLang="zh-CN" sz="1600" dirty="0" err="1">
                <a:solidFill>
                  <a:srgbClr val="273444"/>
                </a:solidFill>
                <a:latin typeface="Arial" panose="020B0604020202020204"/>
                <a:ea typeface="Arial" panose="020B0604020202020204"/>
                <a:cs typeface="Arial" panose="020B0604020202020204"/>
              </a:rPr>
              <a:t>reviewed_by</a:t>
            </a:r>
            <a:r>
              <a:rPr lang="en-US" altLang="zh-CN" sz="1600" dirty="0">
                <a:solidFill>
                  <a:srgbClr val="273444"/>
                </a:solidFill>
                <a:latin typeface="Arial" panose="020B0604020202020204"/>
                <a:ea typeface="Arial" panose="020B0604020202020204"/>
                <a:cs typeface="Arial" panose="020B0604020202020204"/>
              </a:rPr>
              <a:t> </a:t>
            </a:r>
            <a:r>
              <a:rPr lang="zh-CN" altLang="en-US" sz="1600" dirty="0">
                <a:solidFill>
                  <a:srgbClr val="273444"/>
                </a:solidFill>
                <a:latin typeface="Arial" panose="020B0604020202020204"/>
                <a:ea typeface="Arial" panose="020B0604020202020204"/>
                <a:cs typeface="Arial" panose="020B0604020202020204"/>
              </a:rPr>
              <a:t>和操作时间。</a:t>
            </a:r>
            <a:endParaRPr lang="en-US" altLang="zh-CN" sz="1600" dirty="0">
              <a:solidFill>
                <a:srgbClr val="273444"/>
              </a:solidFill>
              <a:latin typeface="Arial" panose="020B0604020202020204"/>
              <a:ea typeface="Arial" panose="020B0604020202020204"/>
              <a:cs typeface="Arial" panose="020B0604020202020204"/>
            </a:endParaRPr>
          </a:p>
          <a:p>
            <a:pPr marL="285750" indent="-285750">
              <a:buFont typeface="Wingdings" panose="05000000000000000000" pitchFamily="2" charset="2"/>
              <a:buChar char="ü"/>
              <a:defRPr sz="1500">
                <a:solidFill>
                  <a:srgbClr val="273444"/>
                </a:solidFill>
                <a:latin typeface="Arial" panose="020B0604020202020204"/>
                <a:ea typeface="Arial" panose="020B0604020202020204"/>
                <a:cs typeface="Arial" panose="020B0604020202020204"/>
              </a:defRPr>
            </a:pPr>
            <a:r>
              <a:rPr lang="zh-CN" altLang="en-US" sz="1600" dirty="0">
                <a:solidFill>
                  <a:srgbClr val="273444"/>
                </a:solidFill>
                <a:latin typeface="Arial" panose="020B0604020202020204"/>
                <a:ea typeface="Arial" panose="020B0604020202020204"/>
                <a:cs typeface="Arial" panose="020B0604020202020204"/>
              </a:rPr>
              <a:t>审计日志横向覆盖用户管理、</a:t>
            </a:r>
            <a:r>
              <a:rPr lang="en-US" altLang="zh-CN" sz="1600" dirty="0">
                <a:solidFill>
                  <a:srgbClr val="273444"/>
                </a:solidFill>
                <a:latin typeface="Arial" panose="020B0604020202020204"/>
                <a:ea typeface="Arial" panose="020B0604020202020204"/>
                <a:cs typeface="Arial" panose="020B0604020202020204"/>
              </a:rPr>
              <a:t>Prompt</a:t>
            </a:r>
            <a:r>
              <a:rPr lang="zh-CN" altLang="en-US" sz="1600" dirty="0">
                <a:solidFill>
                  <a:srgbClr val="273444"/>
                </a:solidFill>
                <a:latin typeface="Arial" panose="020B0604020202020204"/>
                <a:ea typeface="Arial" panose="020B0604020202020204"/>
                <a:cs typeface="Arial" panose="020B0604020202020204"/>
              </a:rPr>
              <a:t> 删除、内容审核和管理员登录行为。</a:t>
            </a:r>
            <a:endParaRPr lang="zh-CN" altLang="en-US" sz="1600" dirty="0">
              <a:solidFill>
                <a:srgbClr val="273444"/>
              </a:solidFill>
              <a:latin typeface="Arial" panose="020B0604020202020204"/>
              <a:ea typeface="Arial" panose="020B0604020202020204"/>
              <a:cs typeface="Arial" panose="020B0604020202020204"/>
            </a:endParaRPr>
          </a:p>
          <a:p>
            <a:pPr>
              <a:defRPr sz="1500">
                <a:solidFill>
                  <a:srgbClr val="273444"/>
                </a:solidFill>
                <a:latin typeface="Arial" panose="020B0604020202020204"/>
                <a:ea typeface="Arial" panose="020B0604020202020204"/>
                <a:cs typeface="Arial" panose="020B0604020202020204"/>
              </a:defRPr>
            </a:pPr>
            <a:endParaRPr lang="zh-CN" altLang="en-US" sz="1600" dirty="0">
              <a:solidFill>
                <a:srgbClr val="273444"/>
              </a:solidFill>
              <a:latin typeface="Arial" panose="020B0604020202020204"/>
              <a:ea typeface="Arial" panose="020B0604020202020204"/>
              <a:cs typeface="Arial" panose="020B0604020202020204"/>
            </a:endParaRPr>
          </a:p>
          <a:p>
            <a:endParaRPr lang="zh-CN" altLang="en-US" sz="1600" dirty="0">
              <a:solidFill>
                <a:srgbClr val="273444"/>
              </a:solidFill>
              <a:latin typeface="Arial" panose="020B0604020202020204"/>
              <a:ea typeface="Arial" panose="020B0604020202020204"/>
              <a:cs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矩形 1"/>
          <p:cNvSpPr/>
          <p:nvPr/>
        </p:nvSpPr>
        <p:spPr>
          <a:xfrm>
            <a:off x="1" y="0"/>
            <a:ext cx="5845214" cy="6858000"/>
          </a:xfrm>
          <a:prstGeom prst="rect">
            <a:avLst/>
          </a:prstGeom>
          <a:solidFill>
            <a:srgbClr val="005BAC"/>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Arial" panose="020B0604020202020204"/>
              <a:ea typeface="微软雅黑" panose="020B0503020204020204" charset="-122"/>
            </a:endParaRPr>
          </a:p>
        </p:txBody>
      </p:sp>
      <p:grpSp>
        <p:nvGrpSpPr>
          <p:cNvPr id="3" name="组合 2"/>
          <p:cNvGrpSpPr/>
          <p:nvPr/>
        </p:nvGrpSpPr>
        <p:grpSpPr>
          <a:xfrm>
            <a:off x="1537354" y="2658963"/>
            <a:ext cx="3458058" cy="922020"/>
            <a:chOff x="872775" y="2487402"/>
            <a:chExt cx="3458058" cy="922020"/>
          </a:xfrm>
        </p:grpSpPr>
        <p:sp>
          <p:nvSpPr>
            <p:cNvPr id="4" name="文本框 3"/>
            <p:cNvSpPr txBox="1"/>
            <p:nvPr/>
          </p:nvSpPr>
          <p:spPr>
            <a:xfrm>
              <a:off x="872775" y="2487402"/>
              <a:ext cx="3269848" cy="922020"/>
            </a:xfrm>
            <a:prstGeom prst="rect">
              <a:avLst/>
            </a:prstGeom>
            <a:noFill/>
          </p:spPr>
          <p:txBody>
            <a:bodyPr wrap="square">
              <a:spAutoFit/>
            </a:bodyPr>
            <a:lstStyle/>
            <a:p>
              <a:pPr marL="0" lvl="0" algn="l" defTabSz="914400">
                <a:lnSpc>
                  <a:spcPct val="100000"/>
                </a:lnSpc>
                <a:spcBef>
                  <a:spcPts val="0"/>
                </a:spcBef>
                <a:spcAft>
                  <a:spcPts val="0"/>
                </a:spcAft>
                <a:buClrTx/>
                <a:buSzTx/>
                <a:buFontTx/>
                <a:buNone/>
              </a:pPr>
              <a:r>
                <a:rPr lang="en-US" sz="5400" i="0" u="none" strike="noStrike" kern="1200" spc="100" baseline="0">
                  <a:ln>
                    <a:noFill/>
                  </a:ln>
                  <a:solidFill>
                    <a:srgbClr val="FFFFFF"/>
                  </a:solidFill>
                  <a:latin typeface="Arial" panose="020B0604020202020204"/>
                  <a:ea typeface="宋体" panose="02010600030101010101" pitchFamily="2" charset="-122"/>
                </a:rPr>
                <a:t>PART 04</a:t>
              </a:r>
              <a:endParaRPr lang="en-US" sz="5400" i="0" u="none" strike="noStrike" kern="1200" spc="100" baseline="0">
                <a:ln>
                  <a:noFill/>
                </a:ln>
                <a:solidFill>
                  <a:srgbClr val="FFFFFF"/>
                </a:solidFill>
                <a:latin typeface="Arial" panose="020B0604020202020204"/>
                <a:ea typeface="宋体" panose="02010600030101010101" pitchFamily="2" charset="-122"/>
              </a:endParaRPr>
            </a:p>
          </p:txBody>
        </p:sp>
        <p:sp>
          <p:nvSpPr>
            <p:cNvPr id="7" name="等腰三角形 6"/>
            <p:cNvSpPr/>
            <p:nvPr/>
          </p:nvSpPr>
          <p:spPr>
            <a:xfrm rot="5400000">
              <a:off x="4151112" y="2865863"/>
              <a:ext cx="193033" cy="166408"/>
            </a:xfrm>
            <a:prstGeom prst="triangle">
              <a:avLst/>
            </a:prstGeom>
            <a:solidFill>
              <a:schemeClr val="bg1"/>
            </a:solidFill>
            <a:ln>
              <a:noFill/>
            </a:ln>
          </p:spPr>
          <p:txBody>
            <a:bodyPr anchor="ctr"/>
            <a:lstStyle/>
            <a:p>
              <a:pPr marL="0" lvl="0" indent="0" algn="ctr" defTabSz="914400">
                <a:lnSpc>
                  <a:spcPct val="100000"/>
                </a:lnSpc>
                <a:spcBef>
                  <a:spcPts val="0"/>
                </a:spcBef>
                <a:spcAft>
                  <a:spcPts val="0"/>
                </a:spcAft>
                <a:buClrTx/>
                <a:buSzTx/>
                <a:buFontTx/>
                <a:buNone/>
              </a:pPr>
              <a:endParaRPr lang="zh-CN" sz="1800" i="0" u="none" strike="noStrike" kern="1200" spc="0" baseline="0">
                <a:ln>
                  <a:noFill/>
                </a:ln>
                <a:solidFill>
                  <a:srgbClr val="FFFFFF"/>
                </a:solidFill>
                <a:latin typeface="Times New Roman Regular"/>
                <a:ea typeface="宋体" panose="02010600030101010101" pitchFamily="2" charset="-122"/>
              </a:endParaRPr>
            </a:p>
          </p:txBody>
        </p:sp>
      </p:grpSp>
      <p:pic>
        <p:nvPicPr>
          <p:cNvPr id="6" name="图片 5"/>
          <p:cNvPicPr>
            <a:picLocks noChangeAspect="1"/>
          </p:cNvPicPr>
          <p:nvPr/>
        </p:nvPicPr>
        <p:blipFill>
          <a:blip r:embed="rId2"/>
          <a:stretch>
            <a:fillRect/>
          </a:stretch>
        </p:blipFill>
        <p:spPr>
          <a:xfrm>
            <a:off x="9174321" y="367549"/>
            <a:ext cx="2752207" cy="633983"/>
          </a:xfrm>
          <a:prstGeom prst="rect">
            <a:avLst/>
          </a:prstGeom>
        </p:spPr>
      </p:pic>
      <p:sp>
        <p:nvSpPr>
          <p:cNvPr id="10" name="文本框 9"/>
          <p:cNvSpPr txBox="1"/>
          <p:nvPr/>
        </p:nvSpPr>
        <p:spPr>
          <a:xfrm>
            <a:off x="6096000" y="2710180"/>
            <a:ext cx="5925185" cy="870585"/>
          </a:xfrm>
          <a:prstGeom prst="rect">
            <a:avLst/>
          </a:prstGeom>
          <a:noFill/>
        </p:spPr>
        <p:txBody>
          <a:bodyPr wrap="square">
            <a:noAutofit/>
          </a:bodyPr>
          <a:lstStyle/>
          <a:p>
            <a:pPr marL="0" lvl="0" algn="dist" defTabSz="914400">
              <a:lnSpc>
                <a:spcPct val="100000"/>
              </a:lnSpc>
              <a:spcBef>
                <a:spcPts val="0"/>
              </a:spcBef>
              <a:spcAft>
                <a:spcPts val="0"/>
              </a:spcAft>
              <a:buClrTx/>
              <a:buSzTx/>
              <a:buFontTx/>
              <a:buNone/>
            </a:pPr>
            <a:r>
              <a:rPr lang="zh-CN" altLang="en-US" sz="4800" noProof="0" dirty="0">
                <a:ln>
                  <a:noFill/>
                </a:ln>
                <a:solidFill>
                  <a:srgbClr val="005BAC"/>
                </a:solidFill>
                <a:effectLst>
                  <a:outerShdw blurRad="38100" dist="38100" dir="2700000" algn="tl">
                    <a:srgbClr val="000000">
                      <a:alpha val="43137"/>
                    </a:srgbClr>
                  </a:outerShdw>
                </a:effectLst>
                <a:uLnTx/>
                <a:uFillTx/>
                <a:latin typeface="黑体" panose="02010609060101010101" charset="-122"/>
                <a:ea typeface="黑体" panose="02010609060101010101" charset="-122"/>
                <a:sym typeface="+mn-ea"/>
              </a:rPr>
              <a:t>项目进展与研讨记录</a:t>
            </a:r>
            <a:endParaRPr lang="zh-CN" altLang="en-US" sz="4800" i="0" u="none" strike="noStrike" kern="1200">
              <a:ln>
                <a:noFill/>
              </a:ln>
              <a:solidFill>
                <a:srgbClr val="005BAC"/>
              </a:solidFill>
              <a:effectLst>
                <a:outerShdw blurRad="38100" dist="38100" dir="2700000" algn="tl">
                  <a:srgbClr val="000000">
                    <a:alpha val="43137"/>
                  </a:srgbClr>
                </a:outerShdw>
              </a:effectLst>
              <a:latin typeface="黑体" panose="02010609060101010101" charset="-122"/>
              <a:ea typeface="黑体" panose="02010609060101010101"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4.1 </a:t>
            </a:r>
            <a:r>
              <a:rPr lang="zh-CN" altLang="en-US" dirty="0">
                <a:latin typeface="黑体" panose="02010609060101010101" charset="-122"/>
                <a:ea typeface="黑体" panose="02010609060101010101" charset="-122"/>
              </a:rPr>
              <a:t>项目进展</a:t>
            </a:r>
            <a:endParaRPr dirty="0">
              <a:latin typeface="黑体" panose="02010609060101010101" charset="-122"/>
              <a:ea typeface="黑体" panose="02010609060101010101" charset="-122"/>
            </a:endParaRPr>
          </a:p>
        </p:txBody>
      </p:sp>
      <p:sp>
        <p:nvSpPr>
          <p:cNvPr id="5" name="矩形: 圆角 4"/>
          <p:cNvSpPr/>
          <p:nvPr/>
        </p:nvSpPr>
        <p:spPr>
          <a:xfrm>
            <a:off x="419877" y="1530220"/>
            <a:ext cx="3545633" cy="4469364"/>
          </a:xfrm>
          <a:prstGeom prst="roundRect">
            <a:avLst/>
          </a:prstGeom>
          <a:solidFill>
            <a:srgbClr val="D7E0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7" name="矩形 6"/>
          <p:cNvSpPr/>
          <p:nvPr/>
        </p:nvSpPr>
        <p:spPr>
          <a:xfrm>
            <a:off x="1061614" y="1711376"/>
            <a:ext cx="2262158" cy="523220"/>
          </a:xfrm>
          <a:prstGeom prst="rect">
            <a:avLst/>
          </a:prstGeom>
          <a:noFill/>
        </p:spPr>
        <p:txBody>
          <a:bodyPr wrap="square" lIns="91440" tIns="45720" rIns="91440" bIns="45720">
            <a:spAutoFit/>
          </a:bodyPr>
          <a:lstStyle/>
          <a:p>
            <a:pPr algn="ctr"/>
            <a:r>
              <a:rPr lang="zh-CN" altLang="en-US" sz="2800" b="0" cap="none" spc="0" dirty="0">
                <a:ln w="0"/>
                <a:solidFill>
                  <a:srgbClr val="005BAC"/>
                </a:solidFill>
                <a:effectLst>
                  <a:reflection blurRad="6350" stA="53000" endA="300" endPos="35500" dir="5400000" sy="-90000" algn="bl" rotWithShape="0"/>
                </a:effectLst>
              </a:rPr>
              <a:t>已完成</a:t>
            </a:r>
            <a:endParaRPr lang="zh-CN" altLang="en-US" sz="2800" b="0" cap="none" spc="0" dirty="0">
              <a:ln w="0"/>
              <a:solidFill>
                <a:srgbClr val="005BAC"/>
              </a:solidFill>
              <a:effectLst>
                <a:reflection blurRad="6350" stA="53000" endA="300" endPos="35500" dir="5400000" sy="-90000" algn="bl" rotWithShape="0"/>
              </a:effectLst>
            </a:endParaRPr>
          </a:p>
        </p:txBody>
      </p:sp>
      <p:sp>
        <p:nvSpPr>
          <p:cNvPr id="8" name="文本框 7"/>
          <p:cNvSpPr txBox="1"/>
          <p:nvPr/>
        </p:nvSpPr>
        <p:spPr>
          <a:xfrm>
            <a:off x="494524" y="2415751"/>
            <a:ext cx="3470986" cy="2800767"/>
          </a:xfrm>
          <a:prstGeom prst="rect">
            <a:avLst/>
          </a:prstGeom>
          <a:noFill/>
        </p:spPr>
        <p:txBody>
          <a:bodyPr wrap="square" rtlCol="0">
            <a:spAutoFit/>
          </a:bodyPr>
          <a:lstStyle/>
          <a:p>
            <a:pPr marL="285750" indent="-285750" algn="l">
              <a:buSzPct val="70000"/>
              <a:buFont typeface="Wingdings" panose="05000000000000000000" pitchFamily="2" charset="2"/>
              <a:buChar char="l"/>
            </a:pPr>
            <a:r>
              <a:rPr lang="zh-CN" altLang="en-US" sz="1600" b="0" i="0" dirty="0">
                <a:solidFill>
                  <a:srgbClr val="1A1C1F"/>
                </a:solidFill>
                <a:effectLst/>
              </a:rPr>
              <a:t>已完成</a:t>
            </a:r>
            <a:r>
              <a:rPr lang="zh-CN" altLang="en-US" sz="1600" b="1" i="0" dirty="0">
                <a:solidFill>
                  <a:srgbClr val="1A1C1F"/>
                </a:solidFill>
                <a:effectLst/>
              </a:rPr>
              <a:t>系统总体架构设计</a:t>
            </a:r>
            <a:r>
              <a:rPr lang="zh-CN" altLang="en-US" sz="1600" b="0" i="0" dirty="0">
                <a:solidFill>
                  <a:srgbClr val="1A1C1F"/>
                </a:solidFill>
                <a:effectLst/>
              </a:rPr>
              <a:t>，明确了前后端分离的实现思路以及各功能模块之间的关系。</a:t>
            </a:r>
            <a:endParaRPr lang="zh-CN" altLang="en-US" sz="1600" b="0" i="0" dirty="0">
              <a:solidFill>
                <a:srgbClr val="1A1C1F"/>
              </a:solidFill>
              <a:effectLst/>
            </a:endParaRPr>
          </a:p>
          <a:p>
            <a:pPr marL="285750" indent="-285750" algn="l">
              <a:buSzPct val="70000"/>
              <a:buFont typeface="Wingdings" panose="05000000000000000000" pitchFamily="2" charset="2"/>
              <a:buChar char="l"/>
            </a:pPr>
            <a:r>
              <a:rPr lang="zh-CN" altLang="en-US" sz="1600" b="0" i="0" dirty="0">
                <a:solidFill>
                  <a:srgbClr val="1A1C1F"/>
                </a:solidFill>
                <a:effectLst/>
              </a:rPr>
              <a:t>已完成</a:t>
            </a:r>
            <a:r>
              <a:rPr lang="zh-CN" altLang="en-US" sz="1600" b="1" i="0" dirty="0">
                <a:solidFill>
                  <a:srgbClr val="1A1C1F"/>
                </a:solidFill>
                <a:effectLst/>
              </a:rPr>
              <a:t>数据库设计</a:t>
            </a:r>
            <a:r>
              <a:rPr lang="zh-CN" altLang="en-US" sz="1600" b="0" i="0" dirty="0">
                <a:solidFill>
                  <a:srgbClr val="1A1C1F"/>
                </a:solidFill>
                <a:effectLst/>
              </a:rPr>
              <a:t>，梳理了 六大功能模块的核心数据结构。</a:t>
            </a:r>
            <a:endParaRPr lang="zh-CN" altLang="en-US" sz="1600" b="0" i="0" dirty="0">
              <a:solidFill>
                <a:srgbClr val="1A1C1F"/>
              </a:solidFill>
              <a:effectLst/>
            </a:endParaRPr>
          </a:p>
          <a:p>
            <a:pPr marL="285750" indent="-285750" algn="l">
              <a:buSzPct val="70000"/>
              <a:buFont typeface="Wingdings" panose="05000000000000000000" pitchFamily="2" charset="2"/>
              <a:buChar char="l"/>
            </a:pPr>
            <a:r>
              <a:rPr lang="zh-CN" altLang="en-US" sz="1600" b="0" i="0" dirty="0">
                <a:solidFill>
                  <a:srgbClr val="1A1C1F"/>
                </a:solidFill>
                <a:effectLst/>
              </a:rPr>
              <a:t>已完成</a:t>
            </a:r>
            <a:r>
              <a:rPr lang="zh-CN" altLang="en-US" sz="1600" b="1" i="0" dirty="0">
                <a:solidFill>
                  <a:srgbClr val="1A1C1F"/>
                </a:solidFill>
                <a:effectLst/>
              </a:rPr>
              <a:t>接口设计</a:t>
            </a:r>
            <a:r>
              <a:rPr lang="zh-CN" altLang="en-US" sz="1600" b="0" i="0" dirty="0">
                <a:solidFill>
                  <a:srgbClr val="1A1C1F"/>
                </a:solidFill>
                <a:effectLst/>
              </a:rPr>
              <a:t>，细化了各模块主要接口的请求方式、路径规范、鉴权方式及响应结构。</a:t>
            </a:r>
            <a:endParaRPr lang="zh-CN" altLang="en-US" sz="1600" b="0" i="0" dirty="0">
              <a:solidFill>
                <a:srgbClr val="1A1C1F"/>
              </a:solidFill>
              <a:effectLst/>
            </a:endParaRPr>
          </a:p>
          <a:p>
            <a:pPr marL="285750" indent="-285750" algn="l">
              <a:buSzPct val="70000"/>
              <a:buFont typeface="Wingdings" panose="05000000000000000000" pitchFamily="2" charset="2"/>
              <a:buChar char="l"/>
            </a:pPr>
            <a:r>
              <a:rPr lang="zh-CN" altLang="en-US" sz="1600" b="0" i="0" dirty="0">
                <a:solidFill>
                  <a:srgbClr val="1A1C1F"/>
                </a:solidFill>
                <a:effectLst/>
              </a:rPr>
              <a:t>已形成较为统一的</a:t>
            </a:r>
            <a:r>
              <a:rPr lang="zh-CN" altLang="en-US" sz="1600" b="1" i="0" dirty="0">
                <a:solidFill>
                  <a:srgbClr val="1A1C1F"/>
                </a:solidFill>
                <a:effectLst/>
              </a:rPr>
              <a:t>系统设计方案</a:t>
            </a:r>
            <a:r>
              <a:rPr lang="zh-CN" altLang="en-US" sz="1600" b="0" i="0" dirty="0">
                <a:solidFill>
                  <a:srgbClr val="1A1C1F"/>
                </a:solidFill>
                <a:effectLst/>
              </a:rPr>
              <a:t>，为后续编码实现和联调测试奠定了基础。</a:t>
            </a:r>
            <a:endParaRPr lang="zh-CN" altLang="en-US" sz="1600" b="0" i="0" dirty="0">
              <a:solidFill>
                <a:srgbClr val="1A1C1F"/>
              </a:solidFill>
              <a:effectLst/>
            </a:endParaRPr>
          </a:p>
        </p:txBody>
      </p:sp>
      <p:sp>
        <p:nvSpPr>
          <p:cNvPr id="9" name="矩形: 圆角 8"/>
          <p:cNvSpPr/>
          <p:nvPr/>
        </p:nvSpPr>
        <p:spPr>
          <a:xfrm>
            <a:off x="4313852" y="1530220"/>
            <a:ext cx="3545633" cy="4469364"/>
          </a:xfrm>
          <a:prstGeom prst="roundRect">
            <a:avLst/>
          </a:prstGeom>
          <a:solidFill>
            <a:srgbClr val="D7E0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10" name="矩形: 圆角 9"/>
          <p:cNvSpPr/>
          <p:nvPr/>
        </p:nvSpPr>
        <p:spPr>
          <a:xfrm>
            <a:off x="8207827" y="1530220"/>
            <a:ext cx="3545633" cy="4469364"/>
          </a:xfrm>
          <a:prstGeom prst="roundRect">
            <a:avLst/>
          </a:prstGeom>
          <a:solidFill>
            <a:srgbClr val="D7E0F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75000"/>
                </a:schemeClr>
              </a:solidFill>
            </a:endParaRPr>
          </a:p>
        </p:txBody>
      </p:sp>
      <p:sp>
        <p:nvSpPr>
          <p:cNvPr id="11" name="矩形 10"/>
          <p:cNvSpPr/>
          <p:nvPr/>
        </p:nvSpPr>
        <p:spPr>
          <a:xfrm>
            <a:off x="4955589" y="1711376"/>
            <a:ext cx="2262158" cy="523220"/>
          </a:xfrm>
          <a:prstGeom prst="rect">
            <a:avLst/>
          </a:prstGeom>
          <a:noFill/>
        </p:spPr>
        <p:txBody>
          <a:bodyPr wrap="square" lIns="91440" tIns="45720" rIns="91440" bIns="45720">
            <a:spAutoFit/>
          </a:bodyPr>
          <a:lstStyle/>
          <a:p>
            <a:pPr algn="ctr"/>
            <a:r>
              <a:rPr lang="zh-CN" altLang="en-US" sz="2800" b="0" cap="none" spc="0" dirty="0">
                <a:ln w="0"/>
                <a:solidFill>
                  <a:srgbClr val="005BAC"/>
                </a:solidFill>
                <a:effectLst>
                  <a:reflection blurRad="6350" stA="53000" endA="300" endPos="35500" dir="5400000" sy="-90000" algn="bl" rotWithShape="0"/>
                </a:effectLst>
              </a:rPr>
              <a:t>当前成果</a:t>
            </a:r>
            <a:endParaRPr lang="zh-CN" altLang="en-US" sz="2800" b="0" cap="none" spc="0" dirty="0">
              <a:ln w="0"/>
              <a:solidFill>
                <a:srgbClr val="005BAC"/>
              </a:solidFill>
              <a:effectLst>
                <a:reflection blurRad="6350" stA="53000" endA="300" endPos="35500" dir="5400000" sy="-90000" algn="bl" rotWithShape="0"/>
              </a:effectLst>
            </a:endParaRPr>
          </a:p>
        </p:txBody>
      </p:sp>
      <p:sp>
        <p:nvSpPr>
          <p:cNvPr id="12" name="矩形 11"/>
          <p:cNvSpPr/>
          <p:nvPr/>
        </p:nvSpPr>
        <p:spPr>
          <a:xfrm>
            <a:off x="8868228" y="1711376"/>
            <a:ext cx="2262158" cy="523220"/>
          </a:xfrm>
          <a:prstGeom prst="rect">
            <a:avLst/>
          </a:prstGeom>
          <a:noFill/>
        </p:spPr>
        <p:txBody>
          <a:bodyPr wrap="square" lIns="91440" tIns="45720" rIns="91440" bIns="45720">
            <a:spAutoFit/>
          </a:bodyPr>
          <a:lstStyle/>
          <a:p>
            <a:pPr algn="ctr"/>
            <a:r>
              <a:rPr lang="zh-CN" altLang="en-US" sz="2800" b="0" cap="none" spc="0" dirty="0">
                <a:ln w="0"/>
                <a:solidFill>
                  <a:srgbClr val="005BAC"/>
                </a:solidFill>
                <a:effectLst>
                  <a:reflection blurRad="6350" stA="53000" endA="300" endPos="35500" dir="5400000" sy="-90000" algn="bl" rotWithShape="0"/>
                </a:effectLst>
              </a:rPr>
              <a:t>下一步计划</a:t>
            </a:r>
            <a:endParaRPr lang="zh-CN" altLang="en-US" sz="2800" b="0" cap="none" spc="0" dirty="0">
              <a:ln w="0"/>
              <a:solidFill>
                <a:srgbClr val="005BAC"/>
              </a:solidFill>
              <a:effectLst>
                <a:reflection blurRad="6350" stA="53000" endA="300" endPos="35500" dir="5400000" sy="-90000" algn="bl" rotWithShape="0"/>
              </a:effectLst>
            </a:endParaRPr>
          </a:p>
        </p:txBody>
      </p:sp>
      <p:sp>
        <p:nvSpPr>
          <p:cNvPr id="14" name="文本框 13"/>
          <p:cNvSpPr txBox="1"/>
          <p:nvPr/>
        </p:nvSpPr>
        <p:spPr>
          <a:xfrm>
            <a:off x="4360507" y="2415750"/>
            <a:ext cx="3470986" cy="3046988"/>
          </a:xfrm>
          <a:prstGeom prst="rect">
            <a:avLst/>
          </a:prstGeom>
          <a:noFill/>
        </p:spPr>
        <p:txBody>
          <a:bodyPr wrap="square" rtlCol="0">
            <a:spAutoFit/>
          </a:bodyPr>
          <a:lstStyle/>
          <a:p>
            <a:pPr marL="285750" indent="-285750" algn="l">
              <a:buClr>
                <a:schemeClr val="tx1"/>
              </a:buClr>
              <a:buSzPct val="70000"/>
              <a:buFont typeface="Wingdings" panose="05000000000000000000" pitchFamily="2" charset="2"/>
              <a:buChar char="n"/>
            </a:pPr>
            <a:r>
              <a:rPr lang="zh-CN" altLang="en-US" sz="1600" b="0" i="0" dirty="0">
                <a:solidFill>
                  <a:srgbClr val="1A1C1F"/>
                </a:solidFill>
                <a:effectLst/>
                <a:latin typeface="-apple-system"/>
              </a:rPr>
              <a:t>在</a:t>
            </a:r>
            <a:r>
              <a:rPr lang="zh-CN" altLang="en-US" sz="1600" b="1" i="0" dirty="0">
                <a:solidFill>
                  <a:srgbClr val="1A1C1F"/>
                </a:solidFill>
                <a:effectLst/>
                <a:latin typeface="-apple-system"/>
              </a:rPr>
              <a:t>架构层面</a:t>
            </a:r>
            <a:r>
              <a:rPr lang="zh-CN" altLang="en-US" sz="1600" b="0" i="0" dirty="0">
                <a:solidFill>
                  <a:srgbClr val="1A1C1F"/>
                </a:solidFill>
                <a:effectLst/>
                <a:latin typeface="-apple-system"/>
              </a:rPr>
              <a:t>，明确了系统模块划分与职责边界，降低了后续开发耦合度。</a:t>
            </a:r>
            <a:endParaRPr lang="zh-CN" altLang="en-US" sz="1600" b="0" i="0" dirty="0">
              <a:solidFill>
                <a:srgbClr val="1A1C1F"/>
              </a:solidFill>
              <a:effectLst/>
              <a:latin typeface="-apple-system"/>
            </a:endParaRPr>
          </a:p>
          <a:p>
            <a:pPr marL="285750" indent="-285750" algn="l">
              <a:buClr>
                <a:schemeClr val="tx1"/>
              </a:buClr>
              <a:buSzPct val="70000"/>
              <a:buFont typeface="Wingdings" panose="05000000000000000000" pitchFamily="2" charset="2"/>
              <a:buChar char="n"/>
            </a:pPr>
            <a:r>
              <a:rPr lang="zh-CN" altLang="en-US" sz="1600" b="0" i="0" dirty="0">
                <a:solidFill>
                  <a:srgbClr val="1A1C1F"/>
                </a:solidFill>
                <a:effectLst/>
                <a:latin typeface="-apple-system"/>
              </a:rPr>
              <a:t>在</a:t>
            </a:r>
            <a:r>
              <a:rPr lang="zh-CN" altLang="en-US" sz="1600" b="1" i="0" dirty="0">
                <a:solidFill>
                  <a:srgbClr val="1A1C1F"/>
                </a:solidFill>
                <a:effectLst/>
                <a:latin typeface="-apple-system"/>
              </a:rPr>
              <a:t>数据层面</a:t>
            </a:r>
            <a:r>
              <a:rPr lang="zh-CN" altLang="en-US" sz="1600" b="0" i="0" dirty="0">
                <a:solidFill>
                  <a:srgbClr val="1A1C1F"/>
                </a:solidFill>
                <a:effectLst/>
                <a:latin typeface="-apple-system"/>
              </a:rPr>
              <a:t>，完成了核心业务对象及其关系建模，保证了数据存储的一致性与可扩展性。</a:t>
            </a:r>
            <a:endParaRPr lang="zh-CN" altLang="en-US" sz="1600" b="0" i="0" dirty="0">
              <a:solidFill>
                <a:srgbClr val="1A1C1F"/>
              </a:solidFill>
              <a:effectLst/>
              <a:latin typeface="-apple-system"/>
            </a:endParaRPr>
          </a:p>
          <a:p>
            <a:pPr marL="285750" indent="-285750" algn="l">
              <a:buClr>
                <a:schemeClr val="tx1"/>
              </a:buClr>
              <a:buSzPct val="70000"/>
              <a:buFont typeface="Wingdings" panose="05000000000000000000" pitchFamily="2" charset="2"/>
              <a:buChar char="n"/>
            </a:pPr>
            <a:r>
              <a:rPr lang="zh-CN" altLang="en-US" sz="1600" b="0" i="0" dirty="0">
                <a:solidFill>
                  <a:srgbClr val="1A1C1F"/>
                </a:solidFill>
                <a:effectLst/>
                <a:latin typeface="-apple-system"/>
              </a:rPr>
              <a:t>在</a:t>
            </a:r>
            <a:r>
              <a:rPr lang="zh-CN" altLang="en-US" sz="1600" b="1" i="0" dirty="0">
                <a:solidFill>
                  <a:srgbClr val="1A1C1F"/>
                </a:solidFill>
                <a:effectLst/>
                <a:latin typeface="-apple-system"/>
              </a:rPr>
              <a:t>接口层面</a:t>
            </a:r>
            <a:r>
              <a:rPr lang="zh-CN" altLang="en-US" sz="1600" b="0" i="0" dirty="0">
                <a:solidFill>
                  <a:srgbClr val="1A1C1F"/>
                </a:solidFill>
                <a:effectLst/>
                <a:latin typeface="-apple-system"/>
              </a:rPr>
              <a:t>，统一了 </a:t>
            </a:r>
            <a:r>
              <a:rPr lang="en-US" altLang="zh-CN" sz="1600" b="0" i="0" dirty="0">
                <a:solidFill>
                  <a:srgbClr val="1A1C1F"/>
                </a:solidFill>
                <a:effectLst/>
                <a:latin typeface="ui-monospace"/>
              </a:rPr>
              <a:t>/</a:t>
            </a:r>
            <a:r>
              <a:rPr lang="en-US" altLang="zh-CN" sz="1600" b="0" i="0" dirty="0" err="1">
                <a:solidFill>
                  <a:srgbClr val="1A1C1F"/>
                </a:solidFill>
                <a:effectLst/>
                <a:latin typeface="ui-monospace"/>
              </a:rPr>
              <a:t>api</a:t>
            </a:r>
            <a:r>
              <a:rPr lang="zh-CN" altLang="en-US" sz="1600" b="0" i="0" dirty="0">
                <a:solidFill>
                  <a:srgbClr val="1A1C1F"/>
                </a:solidFill>
                <a:effectLst/>
                <a:latin typeface="-apple-system"/>
              </a:rPr>
              <a:t> 路径规范、</a:t>
            </a:r>
            <a:r>
              <a:rPr lang="en-US" altLang="zh-CN" sz="1600" b="0" i="0" dirty="0">
                <a:solidFill>
                  <a:srgbClr val="1A1C1F"/>
                </a:solidFill>
                <a:effectLst/>
                <a:latin typeface="ui-monospace"/>
              </a:rPr>
              <a:t>data / error</a:t>
            </a:r>
            <a:r>
              <a:rPr lang="zh-CN" altLang="en-US" sz="1600" b="0" i="0" dirty="0">
                <a:solidFill>
                  <a:srgbClr val="1A1C1F"/>
                </a:solidFill>
                <a:effectLst/>
                <a:latin typeface="-apple-system"/>
              </a:rPr>
              <a:t> 响应格式以及 </a:t>
            </a:r>
            <a:r>
              <a:rPr lang="en-US" altLang="zh-CN" sz="1600" b="0" i="0" dirty="0">
                <a:solidFill>
                  <a:srgbClr val="1A1C1F"/>
                </a:solidFill>
                <a:effectLst/>
                <a:latin typeface="-apple-system"/>
              </a:rPr>
              <a:t>Token </a:t>
            </a:r>
            <a:r>
              <a:rPr lang="zh-CN" altLang="en-US" sz="1600" b="0" i="0" dirty="0">
                <a:solidFill>
                  <a:srgbClr val="1A1C1F"/>
                </a:solidFill>
                <a:effectLst/>
                <a:latin typeface="-apple-system"/>
              </a:rPr>
              <a:t>鉴权机制。</a:t>
            </a:r>
            <a:endParaRPr lang="zh-CN" altLang="en-US" sz="1600" b="0" i="0" dirty="0">
              <a:solidFill>
                <a:srgbClr val="1A1C1F"/>
              </a:solidFill>
              <a:effectLst/>
              <a:latin typeface="-apple-system"/>
            </a:endParaRPr>
          </a:p>
          <a:p>
            <a:pPr marL="285750" indent="-285750" algn="l">
              <a:buClr>
                <a:schemeClr val="tx1"/>
              </a:buClr>
              <a:buSzPct val="70000"/>
              <a:buFont typeface="Wingdings" panose="05000000000000000000" pitchFamily="2" charset="2"/>
              <a:buChar char="n"/>
            </a:pPr>
            <a:r>
              <a:rPr lang="zh-CN" altLang="en-US" sz="1600" b="0" i="0" dirty="0">
                <a:solidFill>
                  <a:srgbClr val="1A1C1F"/>
                </a:solidFill>
                <a:effectLst/>
                <a:latin typeface="-apple-system"/>
              </a:rPr>
              <a:t>通过接口设计文档，已经能够支撑前后端并行开发，提高整体推进效率。</a:t>
            </a:r>
            <a:endParaRPr lang="zh-CN" altLang="en-US" sz="1600" b="0" i="0" dirty="0">
              <a:solidFill>
                <a:srgbClr val="1A1C1F"/>
              </a:solidFill>
              <a:effectLst/>
              <a:latin typeface="-apple-system"/>
            </a:endParaRPr>
          </a:p>
        </p:txBody>
      </p:sp>
      <p:sp>
        <p:nvSpPr>
          <p:cNvPr id="15" name="文本框 14"/>
          <p:cNvSpPr txBox="1"/>
          <p:nvPr/>
        </p:nvSpPr>
        <p:spPr>
          <a:xfrm>
            <a:off x="8301137" y="2592079"/>
            <a:ext cx="3470986" cy="2554545"/>
          </a:xfrm>
          <a:prstGeom prst="rect">
            <a:avLst/>
          </a:prstGeom>
          <a:noFill/>
        </p:spPr>
        <p:txBody>
          <a:bodyPr wrap="square" rtlCol="0">
            <a:spAutoFit/>
          </a:bodyPr>
          <a:lstStyle/>
          <a:p>
            <a:pPr marL="285750" indent="-285750">
              <a:buClr>
                <a:schemeClr val="tx1"/>
              </a:buClr>
              <a:buSzPct val="70000"/>
              <a:buFont typeface="Wingdings" panose="05000000000000000000" pitchFamily="2" charset="2"/>
              <a:buChar char="u"/>
            </a:pPr>
            <a:r>
              <a:rPr lang="zh-CN" altLang="en-US" sz="1600" dirty="0">
                <a:solidFill>
                  <a:srgbClr val="1A1C1F"/>
                </a:solidFill>
                <a:latin typeface="-apple-system"/>
              </a:rPr>
              <a:t>依据现有架构设计、数据库设计和接口设计，逐步推进各模块的编码实现阶段。</a:t>
            </a:r>
            <a:endParaRPr lang="zh-CN" altLang="en-US" sz="1600" dirty="0">
              <a:solidFill>
                <a:srgbClr val="1A1C1F"/>
              </a:solidFill>
              <a:latin typeface="-apple-system"/>
            </a:endParaRPr>
          </a:p>
          <a:p>
            <a:pPr marL="285750" indent="-285750">
              <a:buClr>
                <a:schemeClr val="tx1"/>
              </a:buClr>
              <a:buSzPct val="70000"/>
              <a:buFont typeface="Wingdings" panose="05000000000000000000" pitchFamily="2" charset="2"/>
              <a:buChar char="u"/>
            </a:pPr>
            <a:r>
              <a:rPr lang="zh-CN" altLang="en-US" sz="1600" dirty="0">
                <a:solidFill>
                  <a:srgbClr val="1A1C1F"/>
                </a:solidFill>
                <a:latin typeface="-apple-system"/>
              </a:rPr>
              <a:t>完善用户管理、</a:t>
            </a:r>
            <a:r>
              <a:rPr lang="en-US" altLang="zh-CN" sz="1600" dirty="0">
                <a:solidFill>
                  <a:srgbClr val="1A1C1F"/>
                </a:solidFill>
                <a:latin typeface="-apple-system"/>
              </a:rPr>
              <a:t>Prompt </a:t>
            </a:r>
            <a:r>
              <a:rPr lang="zh-CN" altLang="en-US" sz="1600" dirty="0">
                <a:solidFill>
                  <a:srgbClr val="1A1C1F"/>
                </a:solidFill>
                <a:latin typeface="-apple-system"/>
              </a:rPr>
              <a:t>管理和版本管理等核心模块的开发。</a:t>
            </a:r>
            <a:endParaRPr lang="zh-CN" altLang="en-US" sz="1600" dirty="0">
              <a:solidFill>
                <a:srgbClr val="1A1C1F"/>
              </a:solidFill>
              <a:latin typeface="-apple-system"/>
            </a:endParaRPr>
          </a:p>
          <a:p>
            <a:pPr marL="285750" indent="-285750">
              <a:buClr>
                <a:schemeClr val="tx1"/>
              </a:buClr>
              <a:buSzPct val="70000"/>
              <a:buFont typeface="Wingdings" panose="05000000000000000000" pitchFamily="2" charset="2"/>
              <a:buChar char="u"/>
            </a:pPr>
            <a:r>
              <a:rPr lang="zh-CN" altLang="en-US" sz="1600" dirty="0">
                <a:solidFill>
                  <a:srgbClr val="1A1C1F"/>
                </a:solidFill>
                <a:latin typeface="-apple-system"/>
              </a:rPr>
              <a:t>推进基础功能的前后端联调，并进一步完善社区、</a:t>
            </a:r>
            <a:r>
              <a:rPr lang="en-US" altLang="zh-CN" sz="1600" dirty="0">
                <a:solidFill>
                  <a:srgbClr val="1A1C1F"/>
                </a:solidFill>
                <a:latin typeface="-apple-system"/>
              </a:rPr>
              <a:t>AI </a:t>
            </a:r>
            <a:r>
              <a:rPr lang="zh-CN" altLang="en-US" sz="1600" dirty="0">
                <a:solidFill>
                  <a:srgbClr val="1A1C1F"/>
                </a:solidFill>
                <a:latin typeface="-apple-system"/>
              </a:rPr>
              <a:t>和管理员模块。</a:t>
            </a:r>
            <a:endParaRPr lang="zh-CN" altLang="en-US" sz="1600" dirty="0">
              <a:solidFill>
                <a:srgbClr val="1A1C1F"/>
              </a:solidFill>
              <a:latin typeface="-apple-system"/>
            </a:endParaRPr>
          </a:p>
          <a:p>
            <a:pPr marL="285750" indent="-285750">
              <a:buClr>
                <a:schemeClr val="tx1"/>
              </a:buClr>
              <a:buSzPct val="70000"/>
              <a:buFont typeface="Wingdings" panose="05000000000000000000" pitchFamily="2" charset="2"/>
              <a:buChar char="u"/>
            </a:pPr>
            <a:r>
              <a:rPr lang="zh-CN" altLang="en-US" sz="1600" dirty="0">
                <a:solidFill>
                  <a:srgbClr val="1A1C1F"/>
                </a:solidFill>
                <a:latin typeface="-apple-system"/>
              </a:rPr>
              <a:t>后续结合测试结果持续优化接口细节、异常处理与系统稳定性。</a:t>
            </a:r>
            <a:endParaRPr lang="zh-CN" altLang="en-US" sz="1600" dirty="0">
              <a:solidFill>
                <a:srgbClr val="1A1C1F"/>
              </a:solidFill>
              <a:latin typeface="-apple-system"/>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l">
              <a:buClrTx/>
              <a:buSzTx/>
              <a:buFontTx/>
            </a:pPr>
            <a:r>
              <a:rPr lang="en-US" dirty="0"/>
              <a:t>4.2 </a:t>
            </a:r>
            <a:r>
              <a:rPr lang="zh-CN" altLang="en-US" dirty="0">
                <a:latin typeface="黑体" panose="02010609060101010101" charset="-122"/>
              </a:rPr>
              <a:t>研讨记录</a:t>
            </a:r>
            <a:endParaRPr dirty="0">
              <a:latin typeface="黑体" panose="02010609060101010101" charset="-122"/>
              <a:ea typeface="黑体" panose="02010609060101010101" charset="-122"/>
            </a:endParaRPr>
          </a:p>
        </p:txBody>
      </p:sp>
      <p:pic>
        <p:nvPicPr>
          <p:cNvPr id="4" name="图片 3" descr="图形用户界面, 应用程序&#10;&#10;AI 生成的内容可能不正确。"/>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33734" y="2515898"/>
            <a:ext cx="4845028" cy="4238986"/>
          </a:xfrm>
          <a:prstGeom prst="rect">
            <a:avLst/>
          </a:prstGeom>
        </p:spPr>
      </p:pic>
      <p:pic>
        <p:nvPicPr>
          <p:cNvPr id="6" name="图片 5" descr="一群人在看电脑&#10;&#10;AI 生成的内容可能不正确。"/>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913" y="1200239"/>
            <a:ext cx="5653087" cy="4238987"/>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32" name="矩形 31"/>
          <p:cNvSpPr/>
          <p:nvPr/>
        </p:nvSpPr>
        <p:spPr>
          <a:xfrm>
            <a:off x="0" y="1789430"/>
            <a:ext cx="12192000" cy="2510155"/>
          </a:xfrm>
          <a:prstGeom prst="rect">
            <a:avLst/>
          </a:prstGeom>
          <a:solidFill>
            <a:srgbClr val="005BAC"/>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ln>
                <a:noFill/>
              </a:ln>
              <a:solidFill>
                <a:srgbClr val="FFFFFF"/>
              </a:solidFill>
              <a:latin typeface="宋体" panose="02010600030101010101" pitchFamily="2" charset="-122"/>
              <a:ea typeface="宋体" panose="02010600030101010101" pitchFamily="2" charset="-122"/>
            </a:endParaRPr>
          </a:p>
        </p:txBody>
      </p:sp>
      <p:cxnSp>
        <p:nvCxnSpPr>
          <p:cNvPr id="34" name="直接连接符 33"/>
          <p:cNvCxnSpPr/>
          <p:nvPr/>
        </p:nvCxnSpPr>
        <p:spPr>
          <a:xfrm flipV="1">
            <a:off x="1863725" y="3766185"/>
            <a:ext cx="8522970" cy="21590"/>
          </a:xfrm>
          <a:prstGeom prst="line">
            <a:avLst/>
          </a:prstGeom>
          <a:ln w="6350">
            <a:solidFill>
              <a:schemeClr val="bg1"/>
            </a:solidFill>
            <a:prstDash val="solid"/>
            <a:miter/>
          </a:ln>
        </p:spPr>
      </p:cxnSp>
      <p:sp>
        <p:nvSpPr>
          <p:cNvPr id="122" name="TextBox 26"/>
          <p:cNvSpPr txBox="1"/>
          <p:nvPr/>
        </p:nvSpPr>
        <p:spPr>
          <a:xfrm>
            <a:off x="6243320" y="4725035"/>
            <a:ext cx="5838190" cy="521970"/>
          </a:xfrm>
          <a:prstGeom prst="rect">
            <a:avLst/>
          </a:prstGeom>
          <a:noFill/>
        </p:spPr>
        <p:txBody>
          <a:bodyPr wrap="square">
            <a:spAutoFit/>
          </a:bodyPr>
          <a:lstStyle/>
          <a:p>
            <a:pPr marL="0" lvl="0" indent="0" algn="ctr" defTabSz="914400">
              <a:lnSpc>
                <a:spcPct val="100000"/>
              </a:lnSpc>
              <a:spcBef>
                <a:spcPts val="0"/>
              </a:spcBef>
              <a:spcAft>
                <a:spcPts val="0"/>
              </a:spcAft>
              <a:buClrTx/>
              <a:buSzTx/>
              <a:buFontTx/>
              <a:buNone/>
            </a:pPr>
            <a:r>
              <a:rPr lang="zh-CN" sz="2800" b="1" i="0" u="none" strike="noStrike" kern="1200" spc="0" baseline="0">
                <a:ln>
                  <a:noFill/>
                </a:ln>
                <a:solidFill>
                  <a:schemeClr val="tx2"/>
                </a:solidFill>
                <a:latin typeface="黑体" panose="02010609060101010101" charset="-122"/>
                <a:ea typeface="黑体" panose="02010609060101010101" charset="-122"/>
              </a:rPr>
              <a:t>北航计算机学院 软工实验课程 </a:t>
            </a:r>
            <a:r>
              <a:rPr lang="en-US" sz="2800" i="0" u="none" strike="noStrike" kern="1200" spc="0" baseline="0">
                <a:ln>
                  <a:noFill/>
                </a:ln>
                <a:solidFill>
                  <a:schemeClr val="tx2"/>
                </a:solidFill>
                <a:latin typeface="Arial" panose="020B0604020202020204"/>
                <a:ea typeface="黑体" panose="02010609060101010101" charset="-122"/>
              </a:rPr>
              <a:t>D</a:t>
            </a:r>
            <a:r>
              <a:rPr lang="zh-CN" sz="2800" b="1" i="0" u="none" strike="noStrike" kern="1200" spc="0" baseline="0">
                <a:ln>
                  <a:noFill/>
                </a:ln>
                <a:solidFill>
                  <a:schemeClr val="tx2"/>
                </a:solidFill>
                <a:latin typeface="黑体" panose="02010609060101010101" charset="-122"/>
                <a:ea typeface="黑体" panose="02010609060101010101" charset="-122"/>
              </a:rPr>
              <a:t>组</a:t>
            </a:r>
            <a:endParaRPr lang="zh-CN" sz="2800" b="1" i="0" u="none" strike="noStrike" kern="1200" spc="0" baseline="0">
              <a:ln>
                <a:noFill/>
              </a:ln>
              <a:solidFill>
                <a:schemeClr val="tx2"/>
              </a:solidFill>
              <a:latin typeface="黑体" panose="02010609060101010101" charset="-122"/>
              <a:ea typeface="黑体" panose="02010609060101010101" charset="-122"/>
            </a:endParaRPr>
          </a:p>
        </p:txBody>
      </p:sp>
      <p:sp>
        <p:nvSpPr>
          <p:cNvPr id="123" name="矩形 122"/>
          <p:cNvSpPr/>
          <p:nvPr/>
        </p:nvSpPr>
        <p:spPr>
          <a:xfrm>
            <a:off x="1623934" y="2386649"/>
            <a:ext cx="8944132" cy="1014730"/>
          </a:xfrm>
          <a:prstGeom prst="rect">
            <a:avLst/>
          </a:prstGeom>
        </p:spPr>
        <p:txBody>
          <a:bodyPr wrap="square">
            <a:spAutoFit/>
          </a:bodyPr>
          <a:lstStyle/>
          <a:p>
            <a:pPr lvl="0" algn="ctr">
              <a:lnSpc>
                <a:spcPct val="150000"/>
              </a:lnSpc>
            </a:pPr>
            <a:endParaRPr lang="en-US" sz="4000" b="1" spc="300">
              <a:solidFill>
                <a:srgbClr val="FFFFFF"/>
              </a:solidFill>
              <a:latin typeface="宋体" panose="02010600030101010101" pitchFamily="2" charset="-122"/>
              <a:ea typeface="宋体" panose="02010600030101010101" pitchFamily="2" charset="-122"/>
            </a:endParaRPr>
          </a:p>
        </p:txBody>
      </p:sp>
      <p:pic>
        <p:nvPicPr>
          <p:cNvPr id="11" name="Picture 4"/>
          <p:cNvPicPr>
            <a:picLocks noChangeAspect="1" noChangeArrowheads="1"/>
          </p:cNvPicPr>
          <p:nvPr/>
        </p:nvPicPr>
        <p:blipFill>
          <a:blip r:embed="rId2"/>
          <a:stretch>
            <a:fillRect/>
          </a:stretch>
        </p:blipFill>
        <p:spPr>
          <a:xfrm>
            <a:off x="11398250" y="2229485"/>
            <a:ext cx="613410" cy="613410"/>
          </a:xfrm>
          <a:prstGeom prst="rect">
            <a:avLst/>
          </a:prstGeom>
        </p:spPr>
      </p:pic>
      <p:sp>
        <p:nvSpPr>
          <p:cNvPr id="5" name="矩形 4"/>
          <p:cNvSpPr/>
          <p:nvPr/>
        </p:nvSpPr>
        <p:spPr>
          <a:xfrm>
            <a:off x="271489" y="2103568"/>
            <a:ext cx="3462020" cy="645160"/>
          </a:xfrm>
          <a:prstGeom prst="rect">
            <a:avLst/>
          </a:prstGeom>
        </p:spPr>
        <p:txBody>
          <a:bodyPr wrap="none">
            <a:spAutoFit/>
          </a:bodyPr>
          <a:lstStyle/>
          <a:p>
            <a:pPr>
              <a:lnSpc>
                <a:spcPct val="150000"/>
              </a:lnSpc>
            </a:pPr>
            <a:r>
              <a:rPr lang="en-US" sz="2400">
                <a:solidFill>
                  <a:schemeClr val="bg1"/>
                </a:solidFill>
                <a:latin typeface="Arial" panose="020B0604020202020204"/>
                <a:ea typeface="黑体" panose="02010609060101010101" charset="-122"/>
              </a:rPr>
              <a:t>2026</a:t>
            </a:r>
            <a:r>
              <a:rPr lang="en-US" sz="2400">
                <a:solidFill>
                  <a:schemeClr val="bg1"/>
                </a:solidFill>
                <a:latin typeface="黑体" panose="02010609060101010101" charset="-122"/>
                <a:ea typeface="黑体" panose="02010609060101010101" charset="-122"/>
              </a:rPr>
              <a:t> </a:t>
            </a:r>
            <a:r>
              <a:rPr lang="zh-CN" sz="2400" b="1">
                <a:solidFill>
                  <a:schemeClr val="bg1"/>
                </a:solidFill>
                <a:latin typeface="黑体" panose="02010609060101010101" charset="-122"/>
                <a:ea typeface="黑体" panose="02010609060101010101" charset="-122"/>
              </a:rPr>
              <a:t>软件工程综合实验</a:t>
            </a:r>
            <a:endParaRPr lang="zh-CN" sz="2000" b="1">
              <a:solidFill>
                <a:schemeClr val="bg1"/>
              </a:solidFill>
              <a:latin typeface="黑体" panose="02010609060101010101" charset="-122"/>
              <a:ea typeface="黑体" panose="02010609060101010101" charset="-122"/>
            </a:endParaRPr>
          </a:p>
        </p:txBody>
      </p:sp>
      <p:sp>
        <p:nvSpPr>
          <p:cNvPr id="2" name="文本框 1"/>
          <p:cNvSpPr txBox="1"/>
          <p:nvPr/>
        </p:nvSpPr>
        <p:spPr>
          <a:xfrm>
            <a:off x="2971166" y="2949575"/>
            <a:ext cx="6308090" cy="706755"/>
          </a:xfrm>
          <a:prstGeom prst="rect">
            <a:avLst/>
          </a:prstGeom>
          <a:noFill/>
        </p:spPr>
        <p:txBody>
          <a:bodyPr wrap="none" anchor="t">
            <a:spAutoFit/>
          </a:bodyPr>
          <a:lstStyle/>
          <a:p>
            <a:pPr algn="ctr"/>
            <a:r>
              <a:rPr lang="en-US" sz="4000">
                <a:solidFill>
                  <a:schemeClr val="bg1"/>
                </a:solidFill>
                <a:effectLst>
                  <a:outerShdw blurRad="38100" dist="19050" dir="2700000" algn="tl" rotWithShape="0">
                    <a:schemeClr val="dk1">
                      <a:alpha val="40000"/>
                    </a:schemeClr>
                  </a:outerShdw>
                </a:effectLst>
                <a:latin typeface="Arial" panose="020B0604020202020204"/>
                <a:ea typeface="宋体" panose="02010600030101010101" pitchFamily="2" charset="-122"/>
              </a:rPr>
              <a:t>THANKS FOR WATCHING</a:t>
            </a:r>
            <a:endParaRPr lang="en-US" sz="4000">
              <a:solidFill>
                <a:schemeClr val="bg1"/>
              </a:solidFill>
              <a:effectLst>
                <a:outerShdw blurRad="38100" dist="19050" dir="2700000" algn="tl" rotWithShape="0">
                  <a:schemeClr val="dk1">
                    <a:alpha val="40000"/>
                  </a:schemeClr>
                </a:outerShdw>
              </a:effectLst>
              <a:latin typeface="Arial" panose="020B0604020202020204"/>
              <a:ea typeface="宋体" panose="02010600030101010101"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174"/>
  <p:tag name="KSO_WM_UNIT_ID" val="custom20231174_1*a*1"/>
  <p:tag name="KSO_WM_UNIT_TEXT_TYPE" val="1"/>
  <p:tag name="KSO_WM_UNIT_PRESET_TEXT" val="单击此处添加标题"/>
  <p:tag name="KSO_WM_UNIT_USESOURCEFORMAT_APPLY" val="1"/>
</p:tagLst>
</file>

<file path=ppt/tags/tag2.xml><?xml version="1.0" encoding="utf-8"?>
<p:tagLst xmlns:p="http://schemas.openxmlformats.org/presentationml/2006/main">
  <p:tag name="TABLE_ENDDRAG_ORIGIN_RECT" val="841*412"/>
  <p:tag name="TABLE_ENDDRAG_RECT" val="47*79*841*412"/>
</p:tagLst>
</file>

<file path=ppt/tags/tag3.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08.2*330.8"/>
  <p:tag name="KSO_WM_SLIDE_POSITION" val="504*161.25"/>
  <p:tag name="KSO_WM_SLIDE_LAYOUT" val="a_β_l"/>
  <p:tag name="KSO_WM_SLIDE_LAYOUT_CNT" val="1_1_1"/>
  <p:tag name="KSO_WM_SPECIAL_SOURCE" val="bdnull"/>
  <p:tag name="KSO_WM_DIAGRAM_GROUP_CODE" val="l1-1"/>
  <p:tag name="KSO_WM_SLIDE_DIAGTYPE" val="l"/>
  <p:tag name="KSO_WM_TEMPLATE_INDEX" val="20231174"/>
  <p:tag name="KSO_WM_TEMPLATE_SUBCATEGORY" val="0"/>
  <p:tag name="KSO_WM_SLIDE_INDEX" val="1"/>
  <p:tag name="KSO_WM_TAG_VERSION" val="3.0"/>
  <p:tag name="KSO_WM_SLIDE_ID" val="custom20231174_1"/>
  <p:tag name="KSO_WM_SLIDE_ITEM_CNT" val="3"/>
</p:tagLst>
</file>

<file path=ppt/tags/tag4.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174"/>
  <p:tag name="KSO_WM_UNIT_ID" val="custom20231174_1*a*1"/>
  <p:tag name="KSO_WM_UNIT_TEXT_TYPE" val="1"/>
  <p:tag name="KSO_WM_UNIT_PRESET_TEXT" val="单击此处添加标题"/>
  <p:tag name="KSO_WM_UNIT_USESOURCEFORMAT_APPLY" val="1"/>
</p:tagLst>
</file>

<file path=ppt/tags/tag5.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08.2*330.8"/>
  <p:tag name="KSO_WM_SLIDE_POSITION" val="504*161.25"/>
  <p:tag name="KSO_WM_SLIDE_LAYOUT" val="a_β_l"/>
  <p:tag name="KSO_WM_SLIDE_LAYOUT_CNT" val="1_1_1"/>
  <p:tag name="KSO_WM_SPECIAL_SOURCE" val="bdnull"/>
  <p:tag name="KSO_WM_DIAGRAM_GROUP_CODE" val="l1-1"/>
  <p:tag name="KSO_WM_SLIDE_DIAGTYPE" val="l"/>
  <p:tag name="KSO_WM_TEMPLATE_INDEX" val="20231174"/>
  <p:tag name="KSO_WM_TEMPLATE_SUBCATEGORY" val="0"/>
  <p:tag name="KSO_WM_SLIDE_INDEX" val="1"/>
  <p:tag name="KSO_WM_TAG_VERSION" val="3.0"/>
  <p:tag name="KSO_WM_SLIDE_ID" val="custom20231174_1"/>
  <p:tag name="KSO_WM_SLIDE_ITEM_CNT" val="3"/>
</p:tagLst>
</file>

<file path=ppt/tags/tag6.xml><?xml version="1.0" encoding="utf-8"?>
<p:tagLst xmlns:p="http://schemas.openxmlformats.org/presentationml/2006/main">
  <p:tag name="KSO_WM_UNIT_ISCONTENTSTITLE" val="0"/>
  <p:tag name="KSO_WM_UNIT_ISNUMDGMTITLE" val="0"/>
  <p:tag name="KSO_WM_UNIT_NOCLEAR" val="0"/>
  <p:tag name="KSO_WM_UNIT_VALUE" val="29"/>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TEMPLATE_CATEGORY" val="custom"/>
  <p:tag name="KSO_WM_UNIT_LAYERLEVEL" val="1"/>
  <p:tag name="KSO_WM_TAG_VERSION" val="3.0"/>
  <p:tag name="KSO_WM_BEAUTIFY_FLAG" val="#wm#"/>
  <p:tag name="KSO_WM_TEMPLATE_INDEX" val="20231174"/>
  <p:tag name="KSO_WM_UNIT_ID" val="custom20231174_1*a*1"/>
  <p:tag name="KSO_WM_UNIT_TEXT_TYPE" val="1"/>
  <p:tag name="KSO_WM_UNIT_PRESET_TEXT" val="单击此处添加标题"/>
  <p:tag name="KSO_WM_UNIT_USESOURCEFORMAT_APPLY" val="1"/>
</p:tagLst>
</file>

<file path=ppt/tags/tag7.xml><?xml version="1.0" encoding="utf-8"?>
<p:tagLst xmlns:p="http://schemas.openxmlformats.org/presentationml/2006/main">
  <p:tag name="TABLE_ENDDRAG_ORIGIN_RECT" val="857*410"/>
  <p:tag name="TABLE_ENDDRAG_RECT" val="54*89*857*410"/>
</p:tagLst>
</file>

<file path=ppt/tags/tag8.xml><?xml version="1.0" encoding="utf-8"?>
<p:tagLst xmlns:p="http://schemas.openxmlformats.org/presentationml/2006/main">
  <p:tag name="KSO_WM_TEMPLATE_MASTER_TYPE" val="0"/>
  <p:tag name="KSO_WM_TEMPLATE_COLOR_TYPE" val="0"/>
  <p:tag name="KSO_WM_BEAUTIFY_FLAG" val="#wm#"/>
  <p:tag name="KSO_WM_TEMPLATE_CATEGORY" val="custom"/>
  <p:tag name="KSO_WM_SLIDE_TYPE" val="text"/>
  <p:tag name="KSO_WM_SLIDE_SUBTYPE" val="picTxt"/>
  <p:tag name="KSO_WM_SLIDE_SIZE" val="408.2*330.8"/>
  <p:tag name="KSO_WM_SLIDE_POSITION" val="504*161.25"/>
  <p:tag name="KSO_WM_SLIDE_LAYOUT" val="a_β_l"/>
  <p:tag name="KSO_WM_SLIDE_LAYOUT_CNT" val="1_1_1"/>
  <p:tag name="KSO_WM_SPECIAL_SOURCE" val="bdnull"/>
  <p:tag name="KSO_WM_DIAGRAM_GROUP_CODE" val="l1-1"/>
  <p:tag name="KSO_WM_SLIDE_DIAGTYPE" val="l"/>
  <p:tag name="KSO_WM_TEMPLATE_INDEX" val="20231174"/>
  <p:tag name="KSO_WM_TEMPLATE_SUBCATEGORY" val="0"/>
  <p:tag name="KSO_WM_SLIDE_INDEX" val="1"/>
  <p:tag name="KSO_WM_TAG_VERSION" val="3.0"/>
  <p:tag name="KSO_WM_SLIDE_ID" val="custom20231174_1"/>
  <p:tag name="KSO_WM_SLIDE_ITEM_CNT" val="3"/>
</p:tagLst>
</file>

<file path=ppt/tags/tag9.xml><?xml version="1.0" encoding="utf-8"?>
<p:tagLst xmlns:p="http://schemas.openxmlformats.org/presentationml/2006/main">
  <p:tag name="KSO_WM_UNIT_TABLE_BEAUTIFY" val="smartTable{5a3243f9-22e9-440d-8316-13854ded523f}"/>
  <p:tag name="TABLE_RECT" val="418.75*273.518*98.4*27.6"/>
  <p:tag name="TABLE_EMPHASIZE_COLOR" val="6579300"/>
  <p:tag name="TABLE_ONEKEY_SKIN_IDX" val="0"/>
  <p:tag name="TABLE_SKINIDX" val="-1"/>
  <p:tag name="TABLE_COLORIDX" val="l"/>
  <p:tag name="TABLE_ENDDRAG_ORIGIN_RECT" val="488*411"/>
  <p:tag name="TABLE_ENDDRAG_RECT" val="416*88*488*411"/>
  <p:tag name="TABLE_AUTOADJUST_FLAG" val="1"/>
</p:tagLst>
</file>

<file path=ppt/tags/tag10.xml><?xml version="1.0" encoding="utf-8"?>
<p:tagLst xmlns:p="http://schemas.openxmlformats.org/presentationml/2006/main">
  <p:tag name="KSO_WM_UNIT_TABLE_BEAUTIFY" val="smartTable{5591ed42-0584-4037-8df2-4072fc9aef01}"/>
  <p:tag name="TABLE_RECT" val="418.75*273.518*98.4*27.6"/>
  <p:tag name="TABLE_EMPHASIZE_COLOR" val="6579300"/>
  <p:tag name="TABLE_ONEKEY_SKIN_IDX" val="0"/>
  <p:tag name="TABLE_SKINIDX" val="-1"/>
  <p:tag name="TABLE_COLORIDX" val="l"/>
  <p:tag name="TABLE_ENDDRAG_ORIGIN_RECT" val="488*411"/>
  <p:tag name="TABLE_ENDDRAG_RECT" val="416*88*488*411"/>
  <p:tag name="TABLE_AUTOADJUST_FLAG" val="1"/>
</p:tagLst>
</file>

<file path=ppt/tags/tag11.xml><?xml version="1.0" encoding="utf-8"?>
<p:tagLst xmlns:p="http://schemas.openxmlformats.org/presentationml/2006/main">
  <p:tag name="KSO_WM_UNIT_TABLE_BEAUTIFY" val="smartTable{44b11043-19e7-4587-9a30-ba1d50c9ac55}"/>
  <p:tag name="TABLE_RECT" val="418.75*273.518*98.4*27.6"/>
  <p:tag name="TABLE_EMPHASIZE_COLOR" val="6579300"/>
  <p:tag name="TABLE_ONEKEY_SKIN_IDX" val="0"/>
  <p:tag name="TABLE_SKINIDX" val="-1"/>
  <p:tag name="TABLE_COLORIDX" val="l"/>
  <p:tag name="TABLE_ENDDRAG_ORIGIN_RECT" val="488*411"/>
  <p:tag name="TABLE_ENDDRAG_RECT" val="416*88*488*411"/>
  <p:tag name="TABLE_AUTOADJUST_FLAG" val="1"/>
</p:tagLst>
</file>

<file path=ppt/tags/tag12.xml><?xml version="1.0" encoding="utf-8"?>
<p:tagLst xmlns:p="http://schemas.openxmlformats.org/presentationml/2006/main">
  <p:tag name="KSO_WM_UNIT_TABLE_BEAUTIFY" val="smartTable{7ea5f03e-9af4-4b09-aef6-de5b4fcd74a9}"/>
  <p:tag name="TABLE_RECT" val="418.75*273.518*98.4*27.6"/>
  <p:tag name="TABLE_EMPHASIZE_COLOR" val="6579300"/>
  <p:tag name="TABLE_ONEKEY_SKIN_IDX" val="0"/>
  <p:tag name="TABLE_SKINIDX" val="-1"/>
  <p:tag name="TABLE_COLORIDX" val="l"/>
  <p:tag name="TABLE_ENDDRAG_ORIGIN_RECT" val="445*453"/>
  <p:tag name="TABLE_ENDDRAG_RECT" val="9*77*445*453"/>
  <p:tag name="TABLE_AUTOADJUST_FLAG" val="1"/>
</p:tagLst>
</file>

<file path=ppt/tags/tag13.xml><?xml version="1.0" encoding="utf-8"?>
<p:tagLst xmlns:p="http://schemas.openxmlformats.org/presentationml/2006/main">
  <p:tag name="KSO_WM_UNIT_TABLE_BEAUTIFY" val="smartTable{365ed1e3-4b72-400f-aeed-9060512ef97d}"/>
  <p:tag name="TABLE_RECT" val="418.75*273.518*98.4*27.6"/>
  <p:tag name="TABLE_EMPHASIZE_COLOR" val="6579300"/>
  <p:tag name="TABLE_ONEKEY_SKIN_IDX" val="0"/>
  <p:tag name="TABLE_SKINIDX" val="-1"/>
  <p:tag name="TABLE_COLORIDX" val="l"/>
  <p:tag name="TABLE_ENDDRAG_ORIGIN_RECT" val="445*457"/>
  <p:tag name="TABLE_ENDDRAG_RECT" val="389*77*445*457"/>
  <p:tag name="TABLE_AUTOADJUST_FLAG" val="1"/>
</p:tagLst>
</file>

<file path=ppt/tags/tag14.xml><?xml version="1.0" encoding="utf-8"?>
<p:tagLst xmlns:p="http://schemas.openxmlformats.org/presentationml/2006/main">
  <p:tag name="COMMONDATA" val="eyJoZGlkIjoiYmY5NTJkNTRkMDdkNWM2ODM1NDFhNTZjODA0ODUxZTYifQ=="/>
</p:tagLst>
</file>

<file path=ppt/theme/theme1.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8191</Words>
  <Application>WPS 演示</Application>
  <PresentationFormat/>
  <Paragraphs>1243</Paragraphs>
  <Slides>23</Slides>
  <Notes>0</Notes>
  <HiddenSlides>0</HiddenSlides>
  <MMClips>0</MMClips>
  <ScaleCrop>false</ScaleCrop>
  <HeadingPairs>
    <vt:vector size="6" baseType="variant">
      <vt:variant>
        <vt:lpstr>已用的字体</vt:lpstr>
      </vt:variant>
      <vt:variant>
        <vt:i4>21</vt:i4>
      </vt:variant>
      <vt:variant>
        <vt:lpstr>主题</vt:lpstr>
      </vt:variant>
      <vt:variant>
        <vt:i4>5</vt:i4>
      </vt:variant>
      <vt:variant>
        <vt:lpstr>幻灯片标题</vt:lpstr>
      </vt:variant>
      <vt:variant>
        <vt:i4>23</vt:i4>
      </vt:variant>
    </vt:vector>
  </HeadingPairs>
  <TitlesOfParts>
    <vt:vector size="49" baseType="lpstr">
      <vt:lpstr>Arial</vt:lpstr>
      <vt:lpstr>宋体</vt:lpstr>
      <vt:lpstr>Wingdings</vt:lpstr>
      <vt:lpstr>Arial</vt:lpstr>
      <vt:lpstr>微软雅黑</vt:lpstr>
      <vt:lpstr>黑体</vt:lpstr>
      <vt:lpstr>思源黑体 CN Bold</vt:lpstr>
      <vt:lpstr>汉仪颜楷简</vt:lpstr>
      <vt:lpstr>Times New Roman Regular</vt:lpstr>
      <vt:lpstr>Times New Roman</vt:lpstr>
      <vt:lpstr>Times New Roman Regular</vt:lpstr>
      <vt:lpstr>Arial Unicode MS</vt:lpstr>
      <vt:lpstr>-apple-system</vt:lpstr>
      <vt:lpstr>ui-monospace</vt:lpstr>
      <vt:lpstr>-apple-system</vt:lpstr>
      <vt:lpstr>Wingdings</vt:lpstr>
      <vt:lpstr>ui-monospace</vt:lpstr>
      <vt:lpstr>思源黑体 CN Bold</vt:lpstr>
      <vt:lpstr>方正大黑体_GBK</vt:lpstr>
      <vt:lpstr>Be Happy</vt:lpstr>
      <vt:lpstr>Impact</vt:lpstr>
      <vt:lpstr>Office 主题​​</vt:lpstr>
      <vt:lpstr>Office 主题​​</vt:lpstr>
      <vt:lpstr>Office 主题​​</vt:lpstr>
      <vt:lpstr>Office 主题​​</vt:lpstr>
      <vt:lpstr>Office 主题​​</vt:lpstr>
      <vt:lpstr>PowerPoint 演示文稿</vt:lpstr>
      <vt:lpstr>PowerPoint 演示文稿</vt:lpstr>
      <vt:lpstr>1.1 需求回顾</vt:lpstr>
      <vt:lpstr>1.2 项目基础和新增需求</vt:lpstr>
      <vt:lpstr>1.3 总体架构设计</vt:lpstr>
      <vt:lpstr>PowerPoint 演示文稿</vt:lpstr>
      <vt:lpstr>2.1 数据库表设计</vt:lpstr>
      <vt:lpstr>2.2 用户相关表设计</vt:lpstr>
      <vt:lpstr>2.3 提示词相关表设计</vt:lpstr>
      <vt:lpstr>2.4 AI功能相关表设计</vt:lpstr>
      <vt:lpstr>PowerPoint 演示文稿</vt:lpstr>
      <vt:lpstr>3.1 总体接口设计</vt:lpstr>
      <vt:lpstr>3.1 总体接口设计</vt:lpstr>
      <vt:lpstr>3.2 各模块接口设计—用户管理模块</vt:lpstr>
      <vt:lpstr>3.2 各模块接口设计--Prompt 管理模块</vt:lpstr>
      <vt:lpstr>3.2 各模块接口设计--Prompt 版本管理模块</vt:lpstr>
      <vt:lpstr>3.2 各模块接口设计—AI 功能模块</vt:lpstr>
      <vt:lpstr>3.2 各模块接口设计—社区功能模块</vt:lpstr>
      <vt:lpstr>3.2 各模块接口设计--管理员模块</vt:lpstr>
      <vt:lpstr>PowerPoint 演示文稿</vt:lpstr>
      <vt:lpstr>4.1 项目进展</vt:lpstr>
      <vt:lpstr>4.2 研讨记录</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应素文</cp:lastModifiedBy>
  <cp:revision>105</cp:revision>
  <dcterms:created xsi:type="dcterms:W3CDTF">2022-04-22T02:14:00Z</dcterms:created>
  <dcterms:modified xsi:type="dcterms:W3CDTF">2026-05-08T06:07:14Z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4912D770FB2C4A8B8CF85564476C79D9_13</vt:lpwstr>
  </property>
  <property fmtid="{D5CDD505-2E9C-101B-9397-08002B2CF9AE}" pid="3" name="KSOProductBuildVer">
    <vt:lpwstr>2052-12.1.0.24034</vt:lpwstr>
  </property>
</Properties>
</file>